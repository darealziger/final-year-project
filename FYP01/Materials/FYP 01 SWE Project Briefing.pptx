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710" r:id="rId3"/>
  </p:sldMasterIdLst>
  <p:notesMasterIdLst>
    <p:notesMasterId r:id="rId20"/>
  </p:notesMasterIdLst>
  <p:sldIdLst>
    <p:sldId id="256" r:id="rId4"/>
    <p:sldId id="257" r:id="rId5"/>
    <p:sldId id="269" r:id="rId6"/>
    <p:sldId id="270" r:id="rId7"/>
    <p:sldId id="272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68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IzXuHbUmuWRmAec0s2X1mF8K2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5" name="Google Shape;7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1" name="Google Shape;1001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Slide layout">
  <p:cSld name="Section Break Slide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 slide layout">
  <p:cSld name="Contents slide layou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/>
          <p:nvPr/>
        </p:nvSpPr>
        <p:spPr>
          <a:xfrm>
            <a:off x="0" y="6649277"/>
            <a:ext cx="9893376" cy="852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5" name="Google Shape;15;p9"/>
          <p:cNvGrpSpPr/>
          <p:nvPr/>
        </p:nvGrpSpPr>
        <p:grpSpPr>
          <a:xfrm>
            <a:off x="9917984" y="6189825"/>
            <a:ext cx="2134868" cy="660407"/>
            <a:chOff x="3459679" y="2419349"/>
            <a:chExt cx="5250757" cy="1624285"/>
          </a:xfrm>
        </p:grpSpPr>
        <p:grpSp>
          <p:nvGrpSpPr>
            <p:cNvPr id="16" name="Google Shape;16;p9"/>
            <p:cNvGrpSpPr/>
            <p:nvPr/>
          </p:nvGrpSpPr>
          <p:grpSpPr>
            <a:xfrm>
              <a:off x="3467491" y="2775272"/>
              <a:ext cx="5242945" cy="981076"/>
              <a:chOff x="609600" y="2828925"/>
              <a:chExt cx="4733925" cy="885825"/>
            </a:xfrm>
          </p:grpSpPr>
          <p:sp>
            <p:nvSpPr>
              <p:cNvPr id="17" name="Google Shape;17;p9"/>
              <p:cNvSpPr/>
              <p:nvPr/>
            </p:nvSpPr>
            <p:spPr>
              <a:xfrm>
                <a:off x="609600" y="2828925"/>
                <a:ext cx="885825" cy="8858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9"/>
              <p:cNvSpPr/>
              <p:nvPr/>
            </p:nvSpPr>
            <p:spPr>
              <a:xfrm>
                <a:off x="1571625" y="2828925"/>
                <a:ext cx="885825" cy="88582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9"/>
              <p:cNvSpPr/>
              <p:nvPr/>
            </p:nvSpPr>
            <p:spPr>
              <a:xfrm>
                <a:off x="2533650" y="2828925"/>
                <a:ext cx="885825" cy="8858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9"/>
              <p:cNvSpPr/>
              <p:nvPr/>
            </p:nvSpPr>
            <p:spPr>
              <a:xfrm>
                <a:off x="3495675" y="2828925"/>
                <a:ext cx="885825" cy="8858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9"/>
              <p:cNvSpPr/>
              <p:nvPr/>
            </p:nvSpPr>
            <p:spPr>
              <a:xfrm>
                <a:off x="4457700" y="2828925"/>
                <a:ext cx="885825" cy="885825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22;p9"/>
            <p:cNvSpPr/>
            <p:nvPr/>
          </p:nvSpPr>
          <p:spPr>
            <a:xfrm rot="10800000">
              <a:off x="4589772" y="2769586"/>
              <a:ext cx="869882" cy="963508"/>
            </a:xfrm>
            <a:custGeom>
              <a:avLst/>
              <a:gdLst/>
              <a:ahLst/>
              <a:cxnLst/>
              <a:rect l="l" t="t" r="r" b="b"/>
              <a:pathLst>
                <a:path w="869883" h="963507" extrusionOk="0">
                  <a:moveTo>
                    <a:pt x="249393" y="183621"/>
                  </a:moveTo>
                  <a:cubicBezTo>
                    <a:pt x="265458" y="186191"/>
                    <a:pt x="280878" y="175268"/>
                    <a:pt x="283449" y="159204"/>
                  </a:cubicBezTo>
                  <a:cubicBezTo>
                    <a:pt x="286019" y="143140"/>
                    <a:pt x="275095" y="127719"/>
                    <a:pt x="259032" y="125148"/>
                  </a:cubicBezTo>
                  <a:cubicBezTo>
                    <a:pt x="242968" y="122578"/>
                    <a:pt x="227547" y="133502"/>
                    <a:pt x="224976" y="149565"/>
                  </a:cubicBezTo>
                  <a:cubicBezTo>
                    <a:pt x="221764" y="165630"/>
                    <a:pt x="233329" y="181050"/>
                    <a:pt x="249393" y="183621"/>
                  </a:cubicBezTo>
                  <a:close/>
                  <a:moveTo>
                    <a:pt x="795252" y="408697"/>
                  </a:moveTo>
                  <a:cubicBezTo>
                    <a:pt x="817199" y="404994"/>
                    <a:pt x="829844" y="377537"/>
                    <a:pt x="809612" y="355860"/>
                  </a:cubicBezTo>
                  <a:cubicBezTo>
                    <a:pt x="775572" y="335307"/>
                    <a:pt x="743459" y="374486"/>
                    <a:pt x="771076" y="403388"/>
                  </a:cubicBezTo>
                  <a:cubicBezTo>
                    <a:pt x="779586" y="408526"/>
                    <a:pt x="787936" y="409931"/>
                    <a:pt x="795252" y="408697"/>
                  </a:cubicBezTo>
                  <a:close/>
                  <a:moveTo>
                    <a:pt x="100086" y="631479"/>
                  </a:moveTo>
                  <a:cubicBezTo>
                    <a:pt x="84101" y="631479"/>
                    <a:pt x="71143" y="618521"/>
                    <a:pt x="71143" y="602536"/>
                  </a:cubicBezTo>
                  <a:cubicBezTo>
                    <a:pt x="71143" y="586551"/>
                    <a:pt x="84101" y="573593"/>
                    <a:pt x="100086" y="573593"/>
                  </a:cubicBezTo>
                  <a:cubicBezTo>
                    <a:pt x="116071" y="573593"/>
                    <a:pt x="129029" y="586551"/>
                    <a:pt x="129029" y="602536"/>
                  </a:cubicBezTo>
                  <a:cubicBezTo>
                    <a:pt x="129029" y="618521"/>
                    <a:pt x="116071" y="631479"/>
                    <a:pt x="100086" y="631479"/>
                  </a:cubicBezTo>
                  <a:close/>
                  <a:moveTo>
                    <a:pt x="100086" y="660422"/>
                  </a:moveTo>
                  <a:cubicBezTo>
                    <a:pt x="132056" y="660422"/>
                    <a:pt x="157972" y="634506"/>
                    <a:pt x="157972" y="602536"/>
                  </a:cubicBezTo>
                  <a:cubicBezTo>
                    <a:pt x="157972" y="570566"/>
                    <a:pt x="132056" y="544650"/>
                    <a:pt x="100086" y="544650"/>
                  </a:cubicBezTo>
                  <a:cubicBezTo>
                    <a:pt x="68116" y="544650"/>
                    <a:pt x="42200" y="570566"/>
                    <a:pt x="42200" y="602536"/>
                  </a:cubicBezTo>
                  <a:cubicBezTo>
                    <a:pt x="42200" y="634506"/>
                    <a:pt x="68116" y="660422"/>
                    <a:pt x="100086" y="660422"/>
                  </a:cubicBezTo>
                  <a:close/>
                  <a:moveTo>
                    <a:pt x="636483" y="963507"/>
                  </a:moveTo>
                  <a:lnTo>
                    <a:pt x="423144" y="963507"/>
                  </a:lnTo>
                  <a:lnTo>
                    <a:pt x="417256" y="959411"/>
                  </a:lnTo>
                  <a:lnTo>
                    <a:pt x="118065" y="959411"/>
                  </a:lnTo>
                  <a:lnTo>
                    <a:pt x="118065" y="908722"/>
                  </a:lnTo>
                  <a:cubicBezTo>
                    <a:pt x="118065" y="880727"/>
                    <a:pt x="140759" y="858033"/>
                    <a:pt x="168754" y="858033"/>
                  </a:cubicBezTo>
                  <a:lnTo>
                    <a:pt x="271522" y="858033"/>
                  </a:lnTo>
                  <a:lnTo>
                    <a:pt x="44795" y="700313"/>
                  </a:lnTo>
                  <a:cubicBezTo>
                    <a:pt x="-2543" y="667383"/>
                    <a:pt x="-14222" y="602314"/>
                    <a:pt x="18708" y="554976"/>
                  </a:cubicBezTo>
                  <a:cubicBezTo>
                    <a:pt x="26940" y="543142"/>
                    <a:pt x="37181" y="533536"/>
                    <a:pt x="48652" y="526299"/>
                  </a:cubicBezTo>
                  <a:lnTo>
                    <a:pt x="74792" y="516166"/>
                  </a:lnTo>
                  <a:lnTo>
                    <a:pt x="74213" y="514501"/>
                  </a:lnTo>
                  <a:lnTo>
                    <a:pt x="631187" y="342364"/>
                  </a:lnTo>
                  <a:lnTo>
                    <a:pt x="297632" y="217056"/>
                  </a:lnTo>
                  <a:lnTo>
                    <a:pt x="272796" y="228529"/>
                  </a:lnTo>
                  <a:cubicBezTo>
                    <a:pt x="263087" y="230929"/>
                    <a:pt x="252766" y="231491"/>
                    <a:pt x="242325" y="229885"/>
                  </a:cubicBezTo>
                  <a:lnTo>
                    <a:pt x="218472" y="221008"/>
                  </a:lnTo>
                  <a:lnTo>
                    <a:pt x="164724" y="258948"/>
                  </a:lnTo>
                  <a:lnTo>
                    <a:pt x="56132" y="241600"/>
                  </a:lnTo>
                  <a:lnTo>
                    <a:pt x="6014" y="156783"/>
                  </a:lnTo>
                  <a:lnTo>
                    <a:pt x="9869" y="132366"/>
                  </a:lnTo>
                  <a:lnTo>
                    <a:pt x="25290" y="134936"/>
                  </a:lnTo>
                  <a:lnTo>
                    <a:pt x="77338" y="212042"/>
                  </a:lnTo>
                  <a:lnTo>
                    <a:pt x="156371" y="224893"/>
                  </a:lnTo>
                  <a:lnTo>
                    <a:pt x="191922" y="196932"/>
                  </a:lnTo>
                  <a:lnTo>
                    <a:pt x="178712" y="141855"/>
                  </a:lnTo>
                  <a:cubicBezTo>
                    <a:pt x="182247" y="120972"/>
                    <a:pt x="193813" y="103463"/>
                    <a:pt x="209717" y="91977"/>
                  </a:cubicBezTo>
                  <a:lnTo>
                    <a:pt x="214528" y="89741"/>
                  </a:lnTo>
                  <a:lnTo>
                    <a:pt x="186572" y="46905"/>
                  </a:lnTo>
                  <a:lnTo>
                    <a:pt x="107539" y="34698"/>
                  </a:lnTo>
                  <a:lnTo>
                    <a:pt x="34288" y="91884"/>
                  </a:lnTo>
                  <a:lnTo>
                    <a:pt x="18224" y="89314"/>
                  </a:lnTo>
                  <a:lnTo>
                    <a:pt x="22079" y="64898"/>
                  </a:lnTo>
                  <a:lnTo>
                    <a:pt x="96615" y="0"/>
                  </a:lnTo>
                  <a:lnTo>
                    <a:pt x="205206" y="17348"/>
                  </a:lnTo>
                  <a:lnTo>
                    <a:pt x="250632" y="78961"/>
                  </a:lnTo>
                  <a:lnTo>
                    <a:pt x="266742" y="78243"/>
                  </a:lnTo>
                  <a:cubicBezTo>
                    <a:pt x="287625" y="81456"/>
                    <a:pt x="305135" y="93022"/>
                    <a:pt x="316620" y="109005"/>
                  </a:cubicBezTo>
                  <a:lnTo>
                    <a:pt x="319435" y="115098"/>
                  </a:lnTo>
                  <a:lnTo>
                    <a:pt x="803977" y="300705"/>
                  </a:lnTo>
                  <a:lnTo>
                    <a:pt x="824626" y="306486"/>
                  </a:lnTo>
                  <a:cubicBezTo>
                    <a:pt x="843332" y="315879"/>
                    <a:pt x="858425" y="332417"/>
                    <a:pt x="865490" y="353933"/>
                  </a:cubicBezTo>
                  <a:cubicBezTo>
                    <a:pt x="880262" y="397608"/>
                    <a:pt x="856498" y="443851"/>
                    <a:pt x="813466" y="457981"/>
                  </a:cubicBezTo>
                  <a:lnTo>
                    <a:pt x="293089" y="618657"/>
                  </a:lnTo>
                  <a:lnTo>
                    <a:pt x="603336" y="834477"/>
                  </a:lnTo>
                  <a:lnTo>
                    <a:pt x="625895" y="858033"/>
                  </a:lnTo>
                  <a:lnTo>
                    <a:pt x="705014" y="858033"/>
                  </a:lnTo>
                  <a:cubicBezTo>
                    <a:pt x="733009" y="858033"/>
                    <a:pt x="755703" y="880727"/>
                    <a:pt x="755703" y="908722"/>
                  </a:cubicBezTo>
                  <a:lnTo>
                    <a:pt x="755703" y="959411"/>
                  </a:lnTo>
                  <a:lnTo>
                    <a:pt x="638257" y="9594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9"/>
            <p:cNvSpPr/>
            <p:nvPr/>
          </p:nvSpPr>
          <p:spPr>
            <a:xfrm rot="8369018">
              <a:off x="6543417" y="2652941"/>
              <a:ext cx="1146180" cy="1157101"/>
            </a:xfrm>
            <a:custGeom>
              <a:avLst/>
              <a:gdLst/>
              <a:ahLst/>
              <a:cxnLst/>
              <a:rect l="l" t="t" r="r" b="b"/>
              <a:pathLst>
                <a:path w="4411086" h="4453092" extrusionOk="0">
                  <a:moveTo>
                    <a:pt x="3095887" y="1153910"/>
                  </a:moveTo>
                  <a:cubicBezTo>
                    <a:pt x="3119009" y="1174647"/>
                    <a:pt x="3146597" y="1191685"/>
                    <a:pt x="3177861" y="1203446"/>
                  </a:cubicBezTo>
                  <a:cubicBezTo>
                    <a:pt x="3302917" y="1250492"/>
                    <a:pt x="3439398" y="1195315"/>
                    <a:pt x="3482703" y="1080205"/>
                  </a:cubicBezTo>
                  <a:cubicBezTo>
                    <a:pt x="3526008" y="965093"/>
                    <a:pt x="3459737" y="833641"/>
                    <a:pt x="3334683" y="786595"/>
                  </a:cubicBezTo>
                  <a:cubicBezTo>
                    <a:pt x="3209628" y="739549"/>
                    <a:pt x="3073147" y="794724"/>
                    <a:pt x="3029841" y="909836"/>
                  </a:cubicBezTo>
                  <a:cubicBezTo>
                    <a:pt x="2997363" y="996169"/>
                    <a:pt x="3026521" y="1091695"/>
                    <a:pt x="3095887" y="1153910"/>
                  </a:cubicBezTo>
                  <a:close/>
                  <a:moveTo>
                    <a:pt x="3521423" y="1860548"/>
                  </a:moveTo>
                  <a:cubicBezTo>
                    <a:pt x="3544546" y="1881285"/>
                    <a:pt x="3572135" y="1898322"/>
                    <a:pt x="3603399" y="1910084"/>
                  </a:cubicBezTo>
                  <a:cubicBezTo>
                    <a:pt x="3728453" y="1957130"/>
                    <a:pt x="3864935" y="1901953"/>
                    <a:pt x="3908240" y="1786842"/>
                  </a:cubicBezTo>
                  <a:cubicBezTo>
                    <a:pt x="3951546" y="1671732"/>
                    <a:pt x="3885275" y="1540278"/>
                    <a:pt x="3760220" y="1493232"/>
                  </a:cubicBezTo>
                  <a:cubicBezTo>
                    <a:pt x="3635166" y="1446186"/>
                    <a:pt x="3498684" y="1501363"/>
                    <a:pt x="3455379" y="1616474"/>
                  </a:cubicBezTo>
                  <a:cubicBezTo>
                    <a:pt x="3422900" y="1702807"/>
                    <a:pt x="3452057" y="1798333"/>
                    <a:pt x="3521423" y="1860548"/>
                  </a:cubicBezTo>
                  <a:close/>
                  <a:moveTo>
                    <a:pt x="3507502" y="2659088"/>
                  </a:moveTo>
                  <a:cubicBezTo>
                    <a:pt x="3530625" y="2679826"/>
                    <a:pt x="3558214" y="2696863"/>
                    <a:pt x="3589478" y="2708624"/>
                  </a:cubicBezTo>
                  <a:cubicBezTo>
                    <a:pt x="3714532" y="2755670"/>
                    <a:pt x="3851014" y="2700494"/>
                    <a:pt x="3894319" y="2585383"/>
                  </a:cubicBezTo>
                  <a:cubicBezTo>
                    <a:pt x="3937624" y="2470273"/>
                    <a:pt x="3871353" y="2338820"/>
                    <a:pt x="3746299" y="2291774"/>
                  </a:cubicBezTo>
                  <a:cubicBezTo>
                    <a:pt x="3621245" y="2244728"/>
                    <a:pt x="3484763" y="2299905"/>
                    <a:pt x="3441458" y="2415014"/>
                  </a:cubicBezTo>
                  <a:cubicBezTo>
                    <a:pt x="3408979" y="2501348"/>
                    <a:pt x="3438136" y="2596873"/>
                    <a:pt x="3507502" y="2659088"/>
                  </a:cubicBezTo>
                  <a:close/>
                  <a:moveTo>
                    <a:pt x="2750047" y="3029987"/>
                  </a:moveTo>
                  <a:cubicBezTo>
                    <a:pt x="2773168" y="3050726"/>
                    <a:pt x="2800759" y="3067763"/>
                    <a:pt x="2832021" y="3079524"/>
                  </a:cubicBezTo>
                  <a:cubicBezTo>
                    <a:pt x="2957076" y="3126570"/>
                    <a:pt x="3093558" y="3071393"/>
                    <a:pt x="3136863" y="2956283"/>
                  </a:cubicBezTo>
                  <a:cubicBezTo>
                    <a:pt x="3180168" y="2841172"/>
                    <a:pt x="3113897" y="2709719"/>
                    <a:pt x="2988843" y="2662673"/>
                  </a:cubicBezTo>
                  <a:cubicBezTo>
                    <a:pt x="2863789" y="2615627"/>
                    <a:pt x="2727307" y="2670804"/>
                    <a:pt x="2684001" y="2785914"/>
                  </a:cubicBezTo>
                  <a:cubicBezTo>
                    <a:pt x="2651523" y="2872247"/>
                    <a:pt x="2680681" y="2967773"/>
                    <a:pt x="2750047" y="3029987"/>
                  </a:cubicBezTo>
                  <a:close/>
                  <a:moveTo>
                    <a:pt x="1666926" y="2573567"/>
                  </a:moveTo>
                  <a:lnTo>
                    <a:pt x="1775047" y="423729"/>
                  </a:lnTo>
                  <a:lnTo>
                    <a:pt x="1991290" y="423729"/>
                  </a:lnTo>
                  <a:lnTo>
                    <a:pt x="2099411" y="2573567"/>
                  </a:lnTo>
                  <a:close/>
                  <a:moveTo>
                    <a:pt x="1154974" y="2568578"/>
                  </a:moveTo>
                  <a:cubicBezTo>
                    <a:pt x="1178096" y="2589317"/>
                    <a:pt x="1205685" y="2606354"/>
                    <a:pt x="1236949" y="2618115"/>
                  </a:cubicBezTo>
                  <a:cubicBezTo>
                    <a:pt x="1362003" y="2665161"/>
                    <a:pt x="1498485" y="2609985"/>
                    <a:pt x="1541790" y="2494874"/>
                  </a:cubicBezTo>
                  <a:cubicBezTo>
                    <a:pt x="1585096" y="2379763"/>
                    <a:pt x="1518825" y="2248310"/>
                    <a:pt x="1393770" y="2201264"/>
                  </a:cubicBezTo>
                  <a:cubicBezTo>
                    <a:pt x="1268716" y="2154218"/>
                    <a:pt x="1132234" y="2209394"/>
                    <a:pt x="1088929" y="2324505"/>
                  </a:cubicBezTo>
                  <a:cubicBezTo>
                    <a:pt x="1056450" y="2410839"/>
                    <a:pt x="1085608" y="2506364"/>
                    <a:pt x="1154974" y="2568578"/>
                  </a:cubicBezTo>
                  <a:close/>
                  <a:moveTo>
                    <a:pt x="1811301" y="3132571"/>
                  </a:moveTo>
                  <a:lnTo>
                    <a:pt x="1704026" y="2663196"/>
                  </a:lnTo>
                  <a:lnTo>
                    <a:pt x="2117930" y="2682436"/>
                  </a:lnTo>
                  <a:lnTo>
                    <a:pt x="1967575" y="3139835"/>
                  </a:lnTo>
                  <a:close/>
                  <a:moveTo>
                    <a:pt x="474734" y="2026084"/>
                  </a:moveTo>
                  <a:cubicBezTo>
                    <a:pt x="497856" y="2046823"/>
                    <a:pt x="525445" y="2063859"/>
                    <a:pt x="556709" y="2075621"/>
                  </a:cubicBezTo>
                  <a:cubicBezTo>
                    <a:pt x="681763" y="2122667"/>
                    <a:pt x="818245" y="2067490"/>
                    <a:pt x="861550" y="1952380"/>
                  </a:cubicBezTo>
                  <a:cubicBezTo>
                    <a:pt x="904855" y="1837269"/>
                    <a:pt x="838584" y="1705816"/>
                    <a:pt x="713530" y="1658770"/>
                  </a:cubicBezTo>
                  <a:cubicBezTo>
                    <a:pt x="588476" y="1611724"/>
                    <a:pt x="451994" y="1666900"/>
                    <a:pt x="408689" y="1782011"/>
                  </a:cubicBezTo>
                  <a:cubicBezTo>
                    <a:pt x="376210" y="1868344"/>
                    <a:pt x="405367" y="1963870"/>
                    <a:pt x="474734" y="2026084"/>
                  </a:cubicBezTo>
                  <a:close/>
                  <a:moveTo>
                    <a:pt x="470005" y="2517620"/>
                  </a:moveTo>
                  <a:cubicBezTo>
                    <a:pt x="142796" y="2243059"/>
                    <a:pt x="-69074" y="1913805"/>
                    <a:pt x="20698" y="1573981"/>
                  </a:cubicBezTo>
                  <a:cubicBezTo>
                    <a:pt x="290062" y="677171"/>
                    <a:pt x="1131284" y="1373424"/>
                    <a:pt x="1417683" y="1157395"/>
                  </a:cubicBezTo>
                  <a:cubicBezTo>
                    <a:pt x="1704082" y="941367"/>
                    <a:pt x="795764" y="512391"/>
                    <a:pt x="1486994" y="164947"/>
                  </a:cubicBezTo>
                  <a:cubicBezTo>
                    <a:pt x="1963635" y="-91969"/>
                    <a:pt x="2301495" y="-33140"/>
                    <a:pt x="2924035" y="233397"/>
                  </a:cubicBezTo>
                  <a:cubicBezTo>
                    <a:pt x="3546575" y="499935"/>
                    <a:pt x="4682373" y="1460700"/>
                    <a:pt x="4352060" y="2410274"/>
                  </a:cubicBezTo>
                  <a:cubicBezTo>
                    <a:pt x="4055563" y="3262631"/>
                    <a:pt x="2903863" y="3342769"/>
                    <a:pt x="2149143" y="3248705"/>
                  </a:cubicBezTo>
                  <a:cubicBezTo>
                    <a:pt x="2120485" y="3221681"/>
                    <a:pt x="2088781" y="3200633"/>
                    <a:pt x="2056697" y="3184977"/>
                  </a:cubicBezTo>
                  <a:lnTo>
                    <a:pt x="2029525" y="3174239"/>
                  </a:lnTo>
                  <a:lnTo>
                    <a:pt x="2074465" y="2961096"/>
                  </a:lnTo>
                  <a:cubicBezTo>
                    <a:pt x="2174448" y="2968058"/>
                    <a:pt x="2268303" y="2914369"/>
                    <a:pt x="2302852" y="2822534"/>
                  </a:cubicBezTo>
                  <a:cubicBezTo>
                    <a:pt x="2344980" y="2710550"/>
                    <a:pt x="2283405" y="2583099"/>
                    <a:pt x="2164586" y="2533664"/>
                  </a:cubicBezTo>
                  <a:lnTo>
                    <a:pt x="2177079" y="2474412"/>
                  </a:lnTo>
                  <a:lnTo>
                    <a:pt x="2181423" y="2474420"/>
                  </a:lnTo>
                  <a:lnTo>
                    <a:pt x="2180348" y="2458905"/>
                  </a:lnTo>
                  <a:lnTo>
                    <a:pt x="2183345" y="2444691"/>
                  </a:lnTo>
                  <a:lnTo>
                    <a:pt x="2179364" y="2444684"/>
                  </a:lnTo>
                  <a:lnTo>
                    <a:pt x="2069296" y="855315"/>
                  </a:lnTo>
                  <a:cubicBezTo>
                    <a:pt x="2264713" y="815272"/>
                    <a:pt x="2400776" y="670372"/>
                    <a:pt x="2376696" y="524656"/>
                  </a:cubicBezTo>
                  <a:cubicBezTo>
                    <a:pt x="2351678" y="373263"/>
                    <a:pt x="2163271" y="278317"/>
                    <a:pt x="1955875" y="312591"/>
                  </a:cubicBezTo>
                  <a:cubicBezTo>
                    <a:pt x="1748480" y="346862"/>
                    <a:pt x="1600634" y="497374"/>
                    <a:pt x="1625652" y="648768"/>
                  </a:cubicBezTo>
                  <a:cubicBezTo>
                    <a:pt x="1635034" y="705540"/>
                    <a:pt x="1667392" y="754373"/>
                    <a:pt x="1715112" y="791433"/>
                  </a:cubicBezTo>
                  <a:lnTo>
                    <a:pt x="1728511" y="799403"/>
                  </a:lnTo>
                  <a:lnTo>
                    <a:pt x="1608970" y="2443607"/>
                  </a:lnTo>
                  <a:lnTo>
                    <a:pt x="1608731" y="2443607"/>
                  </a:lnTo>
                  <a:lnTo>
                    <a:pt x="1608909" y="2444461"/>
                  </a:lnTo>
                  <a:lnTo>
                    <a:pt x="1606809" y="2473335"/>
                  </a:lnTo>
                  <a:lnTo>
                    <a:pt x="1614885" y="2473351"/>
                  </a:lnTo>
                  <a:lnTo>
                    <a:pt x="1760460" y="3176931"/>
                  </a:lnTo>
                  <a:cubicBezTo>
                    <a:pt x="1363839" y="3071567"/>
                    <a:pt x="842276" y="2829991"/>
                    <a:pt x="470005" y="2517620"/>
                  </a:cubicBezTo>
                  <a:close/>
                  <a:moveTo>
                    <a:pt x="1703651" y="4144665"/>
                  </a:moveTo>
                  <a:cubicBezTo>
                    <a:pt x="1692426" y="4135382"/>
                    <a:pt x="1682479" y="4126471"/>
                    <a:pt x="1673433" y="4117764"/>
                  </a:cubicBezTo>
                  <a:cubicBezTo>
                    <a:pt x="1630012" y="4075967"/>
                    <a:pt x="1607344" y="4038835"/>
                    <a:pt x="1563711" y="3987474"/>
                  </a:cubicBezTo>
                  <a:cubicBezTo>
                    <a:pt x="1428119" y="3754817"/>
                    <a:pt x="1459551" y="3514918"/>
                    <a:pt x="1577437" y="3369529"/>
                  </a:cubicBezTo>
                  <a:cubicBezTo>
                    <a:pt x="1695323" y="3224139"/>
                    <a:pt x="1812160" y="3189516"/>
                    <a:pt x="1943877" y="3254126"/>
                  </a:cubicBezTo>
                  <a:cubicBezTo>
                    <a:pt x="2075594" y="3318736"/>
                    <a:pt x="2201944" y="3486346"/>
                    <a:pt x="2150195" y="3720844"/>
                  </a:cubicBezTo>
                  <a:cubicBezTo>
                    <a:pt x="2053054" y="4010881"/>
                    <a:pt x="2046121" y="3999957"/>
                    <a:pt x="2256634" y="4453092"/>
                  </a:cubicBezTo>
                  <a:cubicBezTo>
                    <a:pt x="1923422" y="4292924"/>
                    <a:pt x="1782225" y="4209649"/>
                    <a:pt x="1703651" y="41446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1"/>
                <a:buFont typeface="Arial"/>
                <a:buNone/>
              </a:pPr>
              <a:endParaRPr sz="2701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" name="Google Shape;24;p9"/>
            <p:cNvGrpSpPr/>
            <p:nvPr/>
          </p:nvGrpSpPr>
          <p:grpSpPr>
            <a:xfrm>
              <a:off x="7721588" y="2772298"/>
              <a:ext cx="988480" cy="987025"/>
              <a:chOff x="2611714" y="1452660"/>
              <a:chExt cx="3963104" cy="3957283"/>
            </a:xfrm>
          </p:grpSpPr>
          <p:sp>
            <p:nvSpPr>
              <p:cNvPr id="25" name="Google Shape;25;p9"/>
              <p:cNvSpPr/>
              <p:nvPr/>
            </p:nvSpPr>
            <p:spPr>
              <a:xfrm rot="5400000">
                <a:off x="3996576" y="67797"/>
                <a:ext cx="1193379" cy="3963104"/>
              </a:xfrm>
              <a:custGeom>
                <a:avLst/>
                <a:gdLst/>
                <a:ahLst/>
                <a:cxnLst/>
                <a:rect l="l" t="t" r="r" b="b"/>
                <a:pathLst>
                  <a:path w="1193379" h="3963104" extrusionOk="0">
                    <a:moveTo>
                      <a:pt x="291731" y="0"/>
                    </a:moveTo>
                    <a:lnTo>
                      <a:pt x="564605" y="0"/>
                    </a:lnTo>
                    <a:cubicBezTo>
                      <a:pt x="707982" y="0"/>
                      <a:pt x="824212" y="116230"/>
                      <a:pt x="824212" y="259607"/>
                    </a:cubicBezTo>
                    <a:cubicBezTo>
                      <a:pt x="812311" y="1450613"/>
                      <a:pt x="789639" y="1742312"/>
                      <a:pt x="804710" y="2820937"/>
                    </a:cubicBezTo>
                    <a:cubicBezTo>
                      <a:pt x="785221" y="3416922"/>
                      <a:pt x="1344067" y="3958911"/>
                      <a:pt x="1153825" y="3963104"/>
                    </a:cubicBezTo>
                    <a:cubicBezTo>
                      <a:pt x="691323" y="3853235"/>
                      <a:pt x="5536" y="3498816"/>
                      <a:pt x="228" y="2867951"/>
                    </a:cubicBezTo>
                    <a:cubicBezTo>
                      <a:pt x="-3316" y="1920531"/>
                      <a:pt x="35668" y="1207027"/>
                      <a:pt x="32124" y="259607"/>
                    </a:cubicBezTo>
                    <a:cubicBezTo>
                      <a:pt x="32124" y="116230"/>
                      <a:pt x="148354" y="0"/>
                      <a:pt x="2917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701"/>
                  <a:buFont typeface="Arial"/>
                  <a:buNone/>
                </a:pPr>
                <a:endParaRPr sz="2701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9"/>
              <p:cNvSpPr/>
              <p:nvPr/>
            </p:nvSpPr>
            <p:spPr>
              <a:xfrm rot="10800000">
                <a:off x="3313887" y="2197644"/>
                <a:ext cx="970080" cy="3202984"/>
              </a:xfrm>
              <a:custGeom>
                <a:avLst/>
                <a:gdLst/>
                <a:ahLst/>
                <a:cxnLst/>
                <a:rect l="l" t="t" r="r" b="b"/>
                <a:pathLst>
                  <a:path w="1244333" h="3202984" extrusionOk="0">
                    <a:moveTo>
                      <a:pt x="883632" y="288"/>
                    </a:moveTo>
                    <a:cubicBezTo>
                      <a:pt x="1159064" y="-7889"/>
                      <a:pt x="1341397" y="158219"/>
                      <a:pt x="1189052" y="482586"/>
                    </a:cubicBezTo>
                    <a:cubicBezTo>
                      <a:pt x="975620" y="911727"/>
                      <a:pt x="739017" y="984814"/>
                      <a:pt x="754433" y="1465471"/>
                    </a:cubicBezTo>
                    <a:cubicBezTo>
                      <a:pt x="763047" y="1992441"/>
                      <a:pt x="773014" y="2384949"/>
                      <a:pt x="792088" y="3202984"/>
                    </a:cubicBezTo>
                    <a:lnTo>
                      <a:pt x="792088" y="3202984"/>
                    </a:lnTo>
                    <a:lnTo>
                      <a:pt x="0" y="3202984"/>
                    </a:lnTo>
                    <a:lnTo>
                      <a:pt x="0" y="3202984"/>
                    </a:lnTo>
                    <a:lnTo>
                      <a:pt x="0" y="853876"/>
                    </a:lnTo>
                    <a:cubicBezTo>
                      <a:pt x="19874" y="235997"/>
                      <a:pt x="377849" y="5161"/>
                      <a:pt x="883632" y="28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701"/>
                  <a:buFont typeface="Arial"/>
                  <a:buNone/>
                </a:pPr>
                <a:endParaRPr sz="2701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9"/>
              <p:cNvSpPr/>
              <p:nvPr/>
            </p:nvSpPr>
            <p:spPr>
              <a:xfrm rot="10800000">
                <a:off x="4958576" y="2197645"/>
                <a:ext cx="1601768" cy="3212297"/>
              </a:xfrm>
              <a:custGeom>
                <a:avLst/>
                <a:gdLst/>
                <a:ahLst/>
                <a:cxnLst/>
                <a:rect l="l" t="t" r="r" b="b"/>
                <a:pathLst>
                  <a:path w="1601768" h="3212297" extrusionOk="0">
                    <a:moveTo>
                      <a:pt x="693588" y="119"/>
                    </a:moveTo>
                    <a:cubicBezTo>
                      <a:pt x="979449" y="3664"/>
                      <a:pt x="1431633" y="-71482"/>
                      <a:pt x="1563041" y="954899"/>
                    </a:cubicBezTo>
                    <a:lnTo>
                      <a:pt x="1601768" y="3212297"/>
                    </a:lnTo>
                    <a:lnTo>
                      <a:pt x="1601768" y="3212297"/>
                    </a:lnTo>
                    <a:lnTo>
                      <a:pt x="989768" y="3212297"/>
                    </a:lnTo>
                    <a:lnTo>
                      <a:pt x="989768" y="3212297"/>
                    </a:lnTo>
                    <a:cubicBezTo>
                      <a:pt x="961415" y="2495799"/>
                      <a:pt x="964958" y="1779301"/>
                      <a:pt x="904708" y="1062803"/>
                    </a:cubicBezTo>
                    <a:cubicBezTo>
                      <a:pt x="781622" y="431278"/>
                      <a:pt x="46520" y="738644"/>
                      <a:pt x="276501" y="1390832"/>
                    </a:cubicBezTo>
                    <a:cubicBezTo>
                      <a:pt x="-283870" y="827698"/>
                      <a:pt x="84955" y="-9337"/>
                      <a:pt x="693588" y="1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701"/>
                  <a:buFont typeface="Arial"/>
                  <a:buNone/>
                </a:pPr>
                <a:endParaRPr sz="2701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" name="Google Shape;28;p9"/>
            <p:cNvSpPr/>
            <p:nvPr/>
          </p:nvSpPr>
          <p:spPr>
            <a:xfrm>
              <a:off x="3459679" y="2564932"/>
              <a:ext cx="981073" cy="1325555"/>
            </a:xfrm>
            <a:custGeom>
              <a:avLst/>
              <a:gdLst/>
              <a:ahLst/>
              <a:cxnLst/>
              <a:rect l="l" t="t" r="r" b="b"/>
              <a:pathLst>
                <a:path w="2823581" h="3962432" extrusionOk="0">
                  <a:moveTo>
                    <a:pt x="1366785" y="3230945"/>
                  </a:moveTo>
                  <a:cubicBezTo>
                    <a:pt x="1292218" y="3230945"/>
                    <a:pt x="1231770" y="3291393"/>
                    <a:pt x="1231770" y="3365960"/>
                  </a:cubicBezTo>
                  <a:cubicBezTo>
                    <a:pt x="1231770" y="3440527"/>
                    <a:pt x="1292218" y="3500975"/>
                    <a:pt x="1366785" y="3500975"/>
                  </a:cubicBezTo>
                  <a:cubicBezTo>
                    <a:pt x="1441352" y="3500975"/>
                    <a:pt x="1501800" y="3440527"/>
                    <a:pt x="1501800" y="3365960"/>
                  </a:cubicBezTo>
                  <a:cubicBezTo>
                    <a:pt x="1501800" y="3291393"/>
                    <a:pt x="1441352" y="3230945"/>
                    <a:pt x="1366785" y="3230945"/>
                  </a:cubicBezTo>
                  <a:close/>
                  <a:moveTo>
                    <a:pt x="1699205" y="3185940"/>
                  </a:moveTo>
                  <a:cubicBezTo>
                    <a:pt x="1674349" y="3185940"/>
                    <a:pt x="1654200" y="3206089"/>
                    <a:pt x="1654200" y="3230945"/>
                  </a:cubicBezTo>
                  <a:cubicBezTo>
                    <a:pt x="1654200" y="3255801"/>
                    <a:pt x="1674349" y="3275950"/>
                    <a:pt x="1699205" y="3275950"/>
                  </a:cubicBezTo>
                  <a:cubicBezTo>
                    <a:pt x="1724061" y="3275950"/>
                    <a:pt x="1744210" y="3255801"/>
                    <a:pt x="1744210" y="3230945"/>
                  </a:cubicBezTo>
                  <a:cubicBezTo>
                    <a:pt x="1744210" y="3206089"/>
                    <a:pt x="1724061" y="3185940"/>
                    <a:pt x="1699205" y="3185940"/>
                  </a:cubicBezTo>
                  <a:close/>
                  <a:moveTo>
                    <a:pt x="1501800" y="2830204"/>
                  </a:moveTo>
                  <a:cubicBezTo>
                    <a:pt x="1452089" y="2830204"/>
                    <a:pt x="1411790" y="2870503"/>
                    <a:pt x="1411790" y="2920214"/>
                  </a:cubicBezTo>
                  <a:cubicBezTo>
                    <a:pt x="1411790" y="2969925"/>
                    <a:pt x="1452089" y="3010224"/>
                    <a:pt x="1501800" y="3010224"/>
                  </a:cubicBezTo>
                  <a:cubicBezTo>
                    <a:pt x="1551511" y="3010224"/>
                    <a:pt x="1591810" y="2969925"/>
                    <a:pt x="1591810" y="2920214"/>
                  </a:cubicBezTo>
                  <a:cubicBezTo>
                    <a:pt x="1591810" y="2870503"/>
                    <a:pt x="1551511" y="2830204"/>
                    <a:pt x="1501800" y="2830204"/>
                  </a:cubicBezTo>
                  <a:close/>
                  <a:moveTo>
                    <a:pt x="322536" y="2413264"/>
                  </a:moveTo>
                  <a:lnTo>
                    <a:pt x="1264147" y="2413264"/>
                  </a:lnTo>
                  <a:lnTo>
                    <a:pt x="682536" y="3458376"/>
                  </a:lnTo>
                  <a:lnTo>
                    <a:pt x="898974" y="3458376"/>
                  </a:lnTo>
                  <a:lnTo>
                    <a:pt x="1480585" y="2413264"/>
                  </a:lnTo>
                  <a:lnTo>
                    <a:pt x="1978720" y="2413264"/>
                  </a:lnTo>
                  <a:lnTo>
                    <a:pt x="1978720" y="3628270"/>
                  </a:lnTo>
                  <a:lnTo>
                    <a:pt x="322536" y="3628270"/>
                  </a:lnTo>
                  <a:close/>
                  <a:moveTo>
                    <a:pt x="322536" y="2153598"/>
                  </a:moveTo>
                  <a:lnTo>
                    <a:pt x="682536" y="2153598"/>
                  </a:lnTo>
                  <a:lnTo>
                    <a:pt x="682536" y="2261598"/>
                  </a:lnTo>
                  <a:lnTo>
                    <a:pt x="322536" y="2261598"/>
                  </a:lnTo>
                  <a:close/>
                  <a:moveTo>
                    <a:pt x="322536" y="1870494"/>
                  </a:moveTo>
                  <a:lnTo>
                    <a:pt x="826536" y="1870494"/>
                  </a:lnTo>
                  <a:lnTo>
                    <a:pt x="826536" y="1978494"/>
                  </a:lnTo>
                  <a:lnTo>
                    <a:pt x="322536" y="1978494"/>
                  </a:lnTo>
                  <a:close/>
                  <a:moveTo>
                    <a:pt x="322536" y="1587391"/>
                  </a:moveTo>
                  <a:lnTo>
                    <a:pt x="682536" y="1587391"/>
                  </a:lnTo>
                  <a:lnTo>
                    <a:pt x="682536" y="1695391"/>
                  </a:lnTo>
                  <a:lnTo>
                    <a:pt x="322536" y="1695391"/>
                  </a:lnTo>
                  <a:close/>
                  <a:moveTo>
                    <a:pt x="322536" y="1304288"/>
                  </a:moveTo>
                  <a:lnTo>
                    <a:pt x="826536" y="1304288"/>
                  </a:lnTo>
                  <a:lnTo>
                    <a:pt x="826536" y="1412288"/>
                  </a:lnTo>
                  <a:lnTo>
                    <a:pt x="322536" y="1412288"/>
                  </a:lnTo>
                  <a:close/>
                  <a:moveTo>
                    <a:pt x="1733633" y="1039034"/>
                  </a:moveTo>
                  <a:lnTo>
                    <a:pt x="1735422" y="1042133"/>
                  </a:lnTo>
                  <a:lnTo>
                    <a:pt x="176045" y="1042133"/>
                  </a:lnTo>
                  <a:lnTo>
                    <a:pt x="176045" y="3786387"/>
                  </a:lnTo>
                  <a:lnTo>
                    <a:pt x="2128211" y="3786387"/>
                  </a:lnTo>
                  <a:lnTo>
                    <a:pt x="2128211" y="1722464"/>
                  </a:lnTo>
                  <a:lnTo>
                    <a:pt x="2131710" y="1728524"/>
                  </a:lnTo>
                  <a:lnTo>
                    <a:pt x="2527059" y="1040609"/>
                  </a:lnTo>
                  <a:lnTo>
                    <a:pt x="2244788" y="1040049"/>
                  </a:lnTo>
                  <a:lnTo>
                    <a:pt x="1480585" y="2413264"/>
                  </a:lnTo>
                  <a:lnTo>
                    <a:pt x="1264147" y="2413264"/>
                  </a:lnTo>
                  <a:lnTo>
                    <a:pt x="2028589" y="1039620"/>
                  </a:lnTo>
                  <a:close/>
                  <a:moveTo>
                    <a:pt x="2607143" y="0"/>
                  </a:moveTo>
                  <a:lnTo>
                    <a:pt x="2823581" y="0"/>
                  </a:lnTo>
                  <a:lnTo>
                    <a:pt x="2342071" y="865238"/>
                  </a:lnTo>
                  <a:lnTo>
                    <a:pt x="2823581" y="866194"/>
                  </a:lnTo>
                  <a:lnTo>
                    <a:pt x="2304256" y="1769829"/>
                  </a:lnTo>
                  <a:lnTo>
                    <a:pt x="2304256" y="3962432"/>
                  </a:lnTo>
                  <a:lnTo>
                    <a:pt x="0" y="3962432"/>
                  </a:lnTo>
                  <a:lnTo>
                    <a:pt x="0" y="866088"/>
                  </a:lnTo>
                  <a:lnTo>
                    <a:pt x="1767662" y="866088"/>
                  </a:lnTo>
                  <a:lnTo>
                    <a:pt x="1766512" y="864096"/>
                  </a:lnTo>
                  <a:lnTo>
                    <a:pt x="2125872" y="8648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1"/>
                <a:buFont typeface="Arial"/>
                <a:buNone/>
              </a:pPr>
              <a:endParaRPr sz="270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9"/>
            <p:cNvSpPr/>
            <p:nvPr/>
          </p:nvSpPr>
          <p:spPr>
            <a:xfrm rot="-7293992">
              <a:off x="5552875" y="2870125"/>
              <a:ext cx="1064408" cy="877308"/>
            </a:xfrm>
            <a:custGeom>
              <a:avLst/>
              <a:gdLst/>
              <a:ahLst/>
              <a:cxnLst/>
              <a:rect l="l" t="t" r="r" b="b"/>
              <a:pathLst>
                <a:path w="4088377" h="3321003" extrusionOk="0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1"/>
                <a:buFont typeface="Arial"/>
                <a:buNone/>
              </a:pPr>
              <a:endParaRPr sz="2701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ts slide layout">
  <p:cSld name="4_Contents slide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4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32" name="Google Shape;32;p34"/>
          <p:cNvGrpSpPr/>
          <p:nvPr/>
        </p:nvGrpSpPr>
        <p:grpSpPr>
          <a:xfrm rot="10800000" flipH="1">
            <a:off x="5427361" y="1143268"/>
            <a:ext cx="1337278" cy="220479"/>
            <a:chOff x="5809673" y="3008118"/>
            <a:chExt cx="2419398" cy="398889"/>
          </a:xfrm>
        </p:grpSpPr>
        <p:sp>
          <p:nvSpPr>
            <p:cNvPr id="33" name="Google Shape;33;p34"/>
            <p:cNvSpPr/>
            <p:nvPr/>
          </p:nvSpPr>
          <p:spPr>
            <a:xfrm>
              <a:off x="5809673" y="3008118"/>
              <a:ext cx="398888" cy="3988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4"/>
            <p:cNvSpPr/>
            <p:nvPr/>
          </p:nvSpPr>
          <p:spPr>
            <a:xfrm>
              <a:off x="6314801" y="3008118"/>
              <a:ext cx="398888" cy="3988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4"/>
            <p:cNvSpPr/>
            <p:nvPr/>
          </p:nvSpPr>
          <p:spPr>
            <a:xfrm>
              <a:off x="6819928" y="3008118"/>
              <a:ext cx="398888" cy="398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4"/>
            <p:cNvSpPr/>
            <p:nvPr/>
          </p:nvSpPr>
          <p:spPr>
            <a:xfrm>
              <a:off x="7325056" y="3008118"/>
              <a:ext cx="398888" cy="39888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4"/>
            <p:cNvSpPr/>
            <p:nvPr/>
          </p:nvSpPr>
          <p:spPr>
            <a:xfrm>
              <a:off x="7830183" y="3008118"/>
              <a:ext cx="398888" cy="39888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s slide layout">
  <p:cSld name="1_Contents slide layou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Basic Layout">
  <p:cSld name="27_Basic Layou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/>
          <p:nvPr/>
        </p:nvSpPr>
        <p:spPr>
          <a:xfrm>
            <a:off x="0" y="-3600"/>
            <a:ext cx="12192000" cy="68616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6"/>
          <p:cNvSpPr/>
          <p:nvPr/>
        </p:nvSpPr>
        <p:spPr>
          <a:xfrm>
            <a:off x="536352" y="-3600"/>
            <a:ext cx="5181901" cy="6858000"/>
          </a:xfrm>
          <a:prstGeom prst="trapezoid">
            <a:avLst>
              <a:gd name="adj" fmla="val 25000"/>
            </a:avLst>
          </a:prstGeom>
          <a:gradFill>
            <a:gsLst>
              <a:gs pos="0">
                <a:srgbClr val="D8D8D8"/>
              </a:gs>
              <a:gs pos="100000">
                <a:srgbClr val="E5E5E5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6"/>
          <p:cNvSpPr/>
          <p:nvPr/>
        </p:nvSpPr>
        <p:spPr>
          <a:xfrm rot="10800000">
            <a:off x="233009" y="4547669"/>
            <a:ext cx="1531655" cy="2154490"/>
          </a:xfrm>
          <a:custGeom>
            <a:avLst/>
            <a:gdLst/>
            <a:ahLst/>
            <a:cxnLst/>
            <a:rect l="l" t="t" r="r" b="b"/>
            <a:pathLst>
              <a:path w="3411060" h="3965401" extrusionOk="0">
                <a:moveTo>
                  <a:pt x="3062139" y="1800201"/>
                </a:moveTo>
                <a:lnTo>
                  <a:pt x="2702139" y="1800201"/>
                </a:lnTo>
                <a:lnTo>
                  <a:pt x="2702139" y="437210"/>
                </a:lnTo>
                <a:cubicBezTo>
                  <a:pt x="2702139" y="337799"/>
                  <a:pt x="2782728" y="257210"/>
                  <a:pt x="2882139" y="257210"/>
                </a:cubicBezTo>
                <a:cubicBezTo>
                  <a:pt x="2981550" y="257210"/>
                  <a:pt x="3062139" y="337799"/>
                  <a:pt x="3062139" y="437210"/>
                </a:cubicBezTo>
                <a:close/>
                <a:moveTo>
                  <a:pt x="686119" y="2160241"/>
                </a:moveTo>
                <a:lnTo>
                  <a:pt x="326119" y="2160241"/>
                </a:lnTo>
                <a:lnTo>
                  <a:pt x="326119" y="432251"/>
                </a:lnTo>
                <a:cubicBezTo>
                  <a:pt x="326119" y="332840"/>
                  <a:pt x="406708" y="252251"/>
                  <a:pt x="506119" y="252251"/>
                </a:cubicBezTo>
                <a:cubicBezTo>
                  <a:pt x="605530" y="252251"/>
                  <a:pt x="686119" y="332840"/>
                  <a:pt x="686119" y="432251"/>
                </a:cubicBezTo>
                <a:close/>
                <a:moveTo>
                  <a:pt x="1873559" y="3168352"/>
                </a:moveTo>
                <a:lnTo>
                  <a:pt x="1513559" y="3168352"/>
                </a:lnTo>
                <a:lnTo>
                  <a:pt x="1513559" y="432248"/>
                </a:lnTo>
                <a:cubicBezTo>
                  <a:pt x="1513559" y="332837"/>
                  <a:pt x="1594148" y="252248"/>
                  <a:pt x="1693559" y="252248"/>
                </a:cubicBezTo>
                <a:cubicBezTo>
                  <a:pt x="1792970" y="252248"/>
                  <a:pt x="1873559" y="332837"/>
                  <a:pt x="1873559" y="432248"/>
                </a:cubicBezTo>
                <a:close/>
                <a:moveTo>
                  <a:pt x="787520" y="3652135"/>
                </a:moveTo>
                <a:lnTo>
                  <a:pt x="787520" y="565496"/>
                </a:lnTo>
                <a:cubicBezTo>
                  <a:pt x="787520" y="360460"/>
                  <a:pt x="666637" y="194246"/>
                  <a:pt x="517520" y="194246"/>
                </a:cubicBezTo>
                <a:cubicBezTo>
                  <a:pt x="368403" y="194246"/>
                  <a:pt x="247520" y="360460"/>
                  <a:pt x="247520" y="565496"/>
                </a:cubicBezTo>
                <a:lnTo>
                  <a:pt x="247520" y="3652135"/>
                </a:lnTo>
                <a:close/>
                <a:moveTo>
                  <a:pt x="1974960" y="3652135"/>
                </a:moveTo>
                <a:lnTo>
                  <a:pt x="1974960" y="565496"/>
                </a:lnTo>
                <a:cubicBezTo>
                  <a:pt x="1974960" y="360460"/>
                  <a:pt x="1854077" y="194246"/>
                  <a:pt x="1704960" y="194246"/>
                </a:cubicBezTo>
                <a:cubicBezTo>
                  <a:pt x="1555843" y="194246"/>
                  <a:pt x="1434960" y="360460"/>
                  <a:pt x="1434960" y="565496"/>
                </a:cubicBezTo>
                <a:lnTo>
                  <a:pt x="1434960" y="3652135"/>
                </a:lnTo>
                <a:close/>
                <a:moveTo>
                  <a:pt x="3163540" y="3657096"/>
                </a:moveTo>
                <a:lnTo>
                  <a:pt x="3163540" y="570457"/>
                </a:lnTo>
                <a:cubicBezTo>
                  <a:pt x="3163540" y="365422"/>
                  <a:pt x="3042657" y="199207"/>
                  <a:pt x="2893540" y="199207"/>
                </a:cubicBezTo>
                <a:cubicBezTo>
                  <a:pt x="2744423" y="199207"/>
                  <a:pt x="2623540" y="365422"/>
                  <a:pt x="2623540" y="570457"/>
                </a:cubicBezTo>
                <a:lnTo>
                  <a:pt x="2623540" y="3657096"/>
                </a:lnTo>
                <a:close/>
                <a:moveTo>
                  <a:pt x="922929" y="3960440"/>
                </a:moveTo>
                <a:lnTo>
                  <a:pt x="112111" y="3960440"/>
                </a:lnTo>
                <a:cubicBezTo>
                  <a:pt x="50194" y="3960440"/>
                  <a:pt x="0" y="3891423"/>
                  <a:pt x="0" y="3806287"/>
                </a:cubicBezTo>
                <a:cubicBezTo>
                  <a:pt x="0" y="3721151"/>
                  <a:pt x="50194" y="3652135"/>
                  <a:pt x="112111" y="3652135"/>
                </a:cubicBezTo>
                <a:lnTo>
                  <a:pt x="121519" y="3652135"/>
                </a:lnTo>
                <a:lnTo>
                  <a:pt x="121519" y="544500"/>
                </a:lnTo>
                <a:cubicBezTo>
                  <a:pt x="121519" y="243780"/>
                  <a:pt x="298814" y="0"/>
                  <a:pt x="517519" y="0"/>
                </a:cubicBezTo>
                <a:cubicBezTo>
                  <a:pt x="736224" y="0"/>
                  <a:pt x="913519" y="243780"/>
                  <a:pt x="913519" y="544500"/>
                </a:cubicBezTo>
                <a:lnTo>
                  <a:pt x="913519" y="3652135"/>
                </a:lnTo>
                <a:lnTo>
                  <a:pt x="922929" y="3652135"/>
                </a:lnTo>
                <a:cubicBezTo>
                  <a:pt x="984846" y="3652135"/>
                  <a:pt x="1035040" y="3721151"/>
                  <a:pt x="1035040" y="3806287"/>
                </a:cubicBezTo>
                <a:cubicBezTo>
                  <a:pt x="1035040" y="3891423"/>
                  <a:pt x="984846" y="3960440"/>
                  <a:pt x="922929" y="3960440"/>
                </a:cubicBezTo>
                <a:close/>
                <a:moveTo>
                  <a:pt x="2110369" y="3960440"/>
                </a:moveTo>
                <a:lnTo>
                  <a:pt x="1299551" y="3960440"/>
                </a:lnTo>
                <a:cubicBezTo>
                  <a:pt x="1237634" y="3960440"/>
                  <a:pt x="1187440" y="3891423"/>
                  <a:pt x="1187440" y="3806287"/>
                </a:cubicBezTo>
                <a:cubicBezTo>
                  <a:pt x="1187440" y="3721151"/>
                  <a:pt x="1237634" y="3652135"/>
                  <a:pt x="1299551" y="3652135"/>
                </a:cubicBezTo>
                <a:lnTo>
                  <a:pt x="1308959" y="3652135"/>
                </a:lnTo>
                <a:lnTo>
                  <a:pt x="1308959" y="544500"/>
                </a:lnTo>
                <a:cubicBezTo>
                  <a:pt x="1308959" y="243780"/>
                  <a:pt x="1486254" y="0"/>
                  <a:pt x="1704959" y="0"/>
                </a:cubicBezTo>
                <a:cubicBezTo>
                  <a:pt x="1923664" y="0"/>
                  <a:pt x="2100959" y="243780"/>
                  <a:pt x="2100959" y="544500"/>
                </a:cubicBezTo>
                <a:lnTo>
                  <a:pt x="2100959" y="3652135"/>
                </a:lnTo>
                <a:lnTo>
                  <a:pt x="2110369" y="3652135"/>
                </a:lnTo>
                <a:cubicBezTo>
                  <a:pt x="2172286" y="3652135"/>
                  <a:pt x="2222480" y="3721151"/>
                  <a:pt x="2222480" y="3806287"/>
                </a:cubicBezTo>
                <a:cubicBezTo>
                  <a:pt x="2222480" y="3891423"/>
                  <a:pt x="2172286" y="3960440"/>
                  <a:pt x="2110369" y="3960440"/>
                </a:cubicBezTo>
                <a:close/>
                <a:moveTo>
                  <a:pt x="3298949" y="3965401"/>
                </a:moveTo>
                <a:lnTo>
                  <a:pt x="2488131" y="3965401"/>
                </a:lnTo>
                <a:cubicBezTo>
                  <a:pt x="2426214" y="3965401"/>
                  <a:pt x="2376020" y="3896384"/>
                  <a:pt x="2376020" y="3811249"/>
                </a:cubicBezTo>
                <a:cubicBezTo>
                  <a:pt x="2376020" y="3726113"/>
                  <a:pt x="2426214" y="3657096"/>
                  <a:pt x="2488131" y="3657096"/>
                </a:cubicBezTo>
                <a:lnTo>
                  <a:pt x="2497539" y="3657096"/>
                </a:lnTo>
                <a:lnTo>
                  <a:pt x="2497539" y="549461"/>
                </a:lnTo>
                <a:cubicBezTo>
                  <a:pt x="2497539" y="248741"/>
                  <a:pt x="2674834" y="4961"/>
                  <a:pt x="2893539" y="4961"/>
                </a:cubicBezTo>
                <a:cubicBezTo>
                  <a:pt x="3112244" y="4961"/>
                  <a:pt x="3289539" y="248741"/>
                  <a:pt x="3289539" y="549461"/>
                </a:cubicBezTo>
                <a:lnTo>
                  <a:pt x="3289539" y="3657096"/>
                </a:lnTo>
                <a:lnTo>
                  <a:pt x="3298949" y="3657096"/>
                </a:lnTo>
                <a:cubicBezTo>
                  <a:pt x="3360866" y="3657096"/>
                  <a:pt x="3411060" y="3726113"/>
                  <a:pt x="3411060" y="3811249"/>
                </a:cubicBezTo>
                <a:cubicBezTo>
                  <a:pt x="3411060" y="3896384"/>
                  <a:pt x="3360866" y="3965401"/>
                  <a:pt x="3298949" y="3965401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6"/>
          <p:cNvSpPr/>
          <p:nvPr/>
        </p:nvSpPr>
        <p:spPr>
          <a:xfrm rot="10800000">
            <a:off x="1819905" y="4547669"/>
            <a:ext cx="1531655" cy="2154490"/>
          </a:xfrm>
          <a:custGeom>
            <a:avLst/>
            <a:gdLst/>
            <a:ahLst/>
            <a:cxnLst/>
            <a:rect l="l" t="t" r="r" b="b"/>
            <a:pathLst>
              <a:path w="3411060" h="3965401" extrusionOk="0">
                <a:moveTo>
                  <a:pt x="3062139" y="1800201"/>
                </a:moveTo>
                <a:lnTo>
                  <a:pt x="2702139" y="1800201"/>
                </a:lnTo>
                <a:lnTo>
                  <a:pt x="2702139" y="437210"/>
                </a:lnTo>
                <a:cubicBezTo>
                  <a:pt x="2702139" y="337799"/>
                  <a:pt x="2782728" y="257210"/>
                  <a:pt x="2882139" y="257210"/>
                </a:cubicBezTo>
                <a:cubicBezTo>
                  <a:pt x="2981550" y="257210"/>
                  <a:pt x="3062139" y="337799"/>
                  <a:pt x="3062139" y="437210"/>
                </a:cubicBezTo>
                <a:close/>
                <a:moveTo>
                  <a:pt x="686119" y="2160241"/>
                </a:moveTo>
                <a:lnTo>
                  <a:pt x="326119" y="2160241"/>
                </a:lnTo>
                <a:lnTo>
                  <a:pt x="326119" y="432251"/>
                </a:lnTo>
                <a:cubicBezTo>
                  <a:pt x="326119" y="332840"/>
                  <a:pt x="406708" y="252251"/>
                  <a:pt x="506119" y="252251"/>
                </a:cubicBezTo>
                <a:cubicBezTo>
                  <a:pt x="605530" y="252251"/>
                  <a:pt x="686119" y="332840"/>
                  <a:pt x="686119" y="432251"/>
                </a:cubicBezTo>
                <a:close/>
                <a:moveTo>
                  <a:pt x="1873559" y="3168352"/>
                </a:moveTo>
                <a:lnTo>
                  <a:pt x="1513559" y="3168352"/>
                </a:lnTo>
                <a:lnTo>
                  <a:pt x="1513559" y="432248"/>
                </a:lnTo>
                <a:cubicBezTo>
                  <a:pt x="1513559" y="332837"/>
                  <a:pt x="1594148" y="252248"/>
                  <a:pt x="1693559" y="252248"/>
                </a:cubicBezTo>
                <a:cubicBezTo>
                  <a:pt x="1792970" y="252248"/>
                  <a:pt x="1873559" y="332837"/>
                  <a:pt x="1873559" y="432248"/>
                </a:cubicBezTo>
                <a:close/>
                <a:moveTo>
                  <a:pt x="787520" y="3652135"/>
                </a:moveTo>
                <a:lnTo>
                  <a:pt x="787520" y="565496"/>
                </a:lnTo>
                <a:cubicBezTo>
                  <a:pt x="787520" y="360460"/>
                  <a:pt x="666637" y="194246"/>
                  <a:pt x="517520" y="194246"/>
                </a:cubicBezTo>
                <a:cubicBezTo>
                  <a:pt x="368403" y="194246"/>
                  <a:pt x="247520" y="360460"/>
                  <a:pt x="247520" y="565496"/>
                </a:cubicBezTo>
                <a:lnTo>
                  <a:pt x="247520" y="3652135"/>
                </a:lnTo>
                <a:close/>
                <a:moveTo>
                  <a:pt x="1974960" y="3652135"/>
                </a:moveTo>
                <a:lnTo>
                  <a:pt x="1974960" y="565496"/>
                </a:lnTo>
                <a:cubicBezTo>
                  <a:pt x="1974960" y="360460"/>
                  <a:pt x="1854077" y="194246"/>
                  <a:pt x="1704960" y="194246"/>
                </a:cubicBezTo>
                <a:cubicBezTo>
                  <a:pt x="1555843" y="194246"/>
                  <a:pt x="1434960" y="360460"/>
                  <a:pt x="1434960" y="565496"/>
                </a:cubicBezTo>
                <a:lnTo>
                  <a:pt x="1434960" y="3652135"/>
                </a:lnTo>
                <a:close/>
                <a:moveTo>
                  <a:pt x="3163540" y="3657096"/>
                </a:moveTo>
                <a:lnTo>
                  <a:pt x="3163540" y="570457"/>
                </a:lnTo>
                <a:cubicBezTo>
                  <a:pt x="3163540" y="365422"/>
                  <a:pt x="3042657" y="199207"/>
                  <a:pt x="2893540" y="199207"/>
                </a:cubicBezTo>
                <a:cubicBezTo>
                  <a:pt x="2744423" y="199207"/>
                  <a:pt x="2623540" y="365422"/>
                  <a:pt x="2623540" y="570457"/>
                </a:cubicBezTo>
                <a:lnTo>
                  <a:pt x="2623540" y="3657096"/>
                </a:lnTo>
                <a:close/>
                <a:moveTo>
                  <a:pt x="922929" y="3960440"/>
                </a:moveTo>
                <a:lnTo>
                  <a:pt x="112111" y="3960440"/>
                </a:lnTo>
                <a:cubicBezTo>
                  <a:pt x="50194" y="3960440"/>
                  <a:pt x="0" y="3891423"/>
                  <a:pt x="0" y="3806287"/>
                </a:cubicBezTo>
                <a:cubicBezTo>
                  <a:pt x="0" y="3721151"/>
                  <a:pt x="50194" y="3652135"/>
                  <a:pt x="112111" y="3652135"/>
                </a:cubicBezTo>
                <a:lnTo>
                  <a:pt x="121519" y="3652135"/>
                </a:lnTo>
                <a:lnTo>
                  <a:pt x="121519" y="544500"/>
                </a:lnTo>
                <a:cubicBezTo>
                  <a:pt x="121519" y="243780"/>
                  <a:pt x="298814" y="0"/>
                  <a:pt x="517519" y="0"/>
                </a:cubicBezTo>
                <a:cubicBezTo>
                  <a:pt x="736224" y="0"/>
                  <a:pt x="913519" y="243780"/>
                  <a:pt x="913519" y="544500"/>
                </a:cubicBezTo>
                <a:lnTo>
                  <a:pt x="913519" y="3652135"/>
                </a:lnTo>
                <a:lnTo>
                  <a:pt x="922929" y="3652135"/>
                </a:lnTo>
                <a:cubicBezTo>
                  <a:pt x="984846" y="3652135"/>
                  <a:pt x="1035040" y="3721151"/>
                  <a:pt x="1035040" y="3806287"/>
                </a:cubicBezTo>
                <a:cubicBezTo>
                  <a:pt x="1035040" y="3891423"/>
                  <a:pt x="984846" y="3960440"/>
                  <a:pt x="922929" y="3960440"/>
                </a:cubicBezTo>
                <a:close/>
                <a:moveTo>
                  <a:pt x="2110369" y="3960440"/>
                </a:moveTo>
                <a:lnTo>
                  <a:pt x="1299551" y="3960440"/>
                </a:lnTo>
                <a:cubicBezTo>
                  <a:pt x="1237634" y="3960440"/>
                  <a:pt x="1187440" y="3891423"/>
                  <a:pt x="1187440" y="3806287"/>
                </a:cubicBezTo>
                <a:cubicBezTo>
                  <a:pt x="1187440" y="3721151"/>
                  <a:pt x="1237634" y="3652135"/>
                  <a:pt x="1299551" y="3652135"/>
                </a:cubicBezTo>
                <a:lnTo>
                  <a:pt x="1308959" y="3652135"/>
                </a:lnTo>
                <a:lnTo>
                  <a:pt x="1308959" y="544500"/>
                </a:lnTo>
                <a:cubicBezTo>
                  <a:pt x="1308959" y="243780"/>
                  <a:pt x="1486254" y="0"/>
                  <a:pt x="1704959" y="0"/>
                </a:cubicBezTo>
                <a:cubicBezTo>
                  <a:pt x="1923664" y="0"/>
                  <a:pt x="2100959" y="243780"/>
                  <a:pt x="2100959" y="544500"/>
                </a:cubicBezTo>
                <a:lnTo>
                  <a:pt x="2100959" y="3652135"/>
                </a:lnTo>
                <a:lnTo>
                  <a:pt x="2110369" y="3652135"/>
                </a:lnTo>
                <a:cubicBezTo>
                  <a:pt x="2172286" y="3652135"/>
                  <a:pt x="2222480" y="3721151"/>
                  <a:pt x="2222480" y="3806287"/>
                </a:cubicBezTo>
                <a:cubicBezTo>
                  <a:pt x="2222480" y="3891423"/>
                  <a:pt x="2172286" y="3960440"/>
                  <a:pt x="2110369" y="3960440"/>
                </a:cubicBezTo>
                <a:close/>
                <a:moveTo>
                  <a:pt x="3298949" y="3965401"/>
                </a:moveTo>
                <a:lnTo>
                  <a:pt x="2488131" y="3965401"/>
                </a:lnTo>
                <a:cubicBezTo>
                  <a:pt x="2426214" y="3965401"/>
                  <a:pt x="2376020" y="3896384"/>
                  <a:pt x="2376020" y="3811249"/>
                </a:cubicBezTo>
                <a:cubicBezTo>
                  <a:pt x="2376020" y="3726113"/>
                  <a:pt x="2426214" y="3657096"/>
                  <a:pt x="2488131" y="3657096"/>
                </a:cubicBezTo>
                <a:lnTo>
                  <a:pt x="2497539" y="3657096"/>
                </a:lnTo>
                <a:lnTo>
                  <a:pt x="2497539" y="549461"/>
                </a:lnTo>
                <a:cubicBezTo>
                  <a:pt x="2497539" y="248741"/>
                  <a:pt x="2674834" y="4961"/>
                  <a:pt x="2893539" y="4961"/>
                </a:cubicBezTo>
                <a:cubicBezTo>
                  <a:pt x="3112244" y="4961"/>
                  <a:pt x="3289539" y="248741"/>
                  <a:pt x="3289539" y="549461"/>
                </a:cubicBezTo>
                <a:lnTo>
                  <a:pt x="3289539" y="3657096"/>
                </a:lnTo>
                <a:lnTo>
                  <a:pt x="3298949" y="3657096"/>
                </a:lnTo>
                <a:cubicBezTo>
                  <a:pt x="3360866" y="3657096"/>
                  <a:pt x="3411060" y="3726113"/>
                  <a:pt x="3411060" y="3811249"/>
                </a:cubicBezTo>
                <a:cubicBezTo>
                  <a:pt x="3411060" y="3896384"/>
                  <a:pt x="3360866" y="3965401"/>
                  <a:pt x="3298949" y="3965401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6"/>
          <p:cNvSpPr/>
          <p:nvPr/>
        </p:nvSpPr>
        <p:spPr>
          <a:xfrm rot="10800000">
            <a:off x="4993701" y="4547669"/>
            <a:ext cx="998463" cy="2154490"/>
          </a:xfrm>
          <a:custGeom>
            <a:avLst/>
            <a:gdLst/>
            <a:ahLst/>
            <a:cxnLst/>
            <a:rect l="l" t="t" r="r" b="b"/>
            <a:pathLst>
              <a:path w="998463" h="2154490" extrusionOk="0">
                <a:moveTo>
                  <a:pt x="841789" y="978089"/>
                </a:moveTo>
                <a:lnTo>
                  <a:pt x="680139" y="978089"/>
                </a:lnTo>
                <a:lnTo>
                  <a:pt x="680139" y="237546"/>
                </a:lnTo>
                <a:cubicBezTo>
                  <a:pt x="680139" y="183534"/>
                  <a:pt x="716326" y="139748"/>
                  <a:pt x="760964" y="139748"/>
                </a:cubicBezTo>
                <a:cubicBezTo>
                  <a:pt x="805602" y="139748"/>
                  <a:pt x="841789" y="183534"/>
                  <a:pt x="841789" y="237546"/>
                </a:cubicBezTo>
                <a:close/>
                <a:moveTo>
                  <a:pt x="308085" y="1721436"/>
                </a:moveTo>
                <a:lnTo>
                  <a:pt x="146436" y="1721436"/>
                </a:lnTo>
                <a:lnTo>
                  <a:pt x="146436" y="234850"/>
                </a:lnTo>
                <a:cubicBezTo>
                  <a:pt x="146436" y="180838"/>
                  <a:pt x="182622" y="137052"/>
                  <a:pt x="227260" y="137052"/>
                </a:cubicBezTo>
                <a:cubicBezTo>
                  <a:pt x="271898" y="137052"/>
                  <a:pt x="308085" y="180838"/>
                  <a:pt x="308085" y="234850"/>
                </a:cubicBezTo>
                <a:close/>
                <a:moveTo>
                  <a:pt x="353617" y="1984286"/>
                </a:moveTo>
                <a:lnTo>
                  <a:pt x="353617" y="307247"/>
                </a:lnTo>
                <a:cubicBezTo>
                  <a:pt x="353617" y="195846"/>
                  <a:pt x="299337" y="105538"/>
                  <a:pt x="232380" y="105538"/>
                </a:cubicBezTo>
                <a:cubicBezTo>
                  <a:pt x="165422" y="105538"/>
                  <a:pt x="111143" y="195846"/>
                  <a:pt x="111143" y="307247"/>
                </a:cubicBezTo>
                <a:lnTo>
                  <a:pt x="111143" y="1984286"/>
                </a:lnTo>
                <a:close/>
                <a:moveTo>
                  <a:pt x="887320" y="1986981"/>
                </a:moveTo>
                <a:lnTo>
                  <a:pt x="887320" y="309942"/>
                </a:lnTo>
                <a:cubicBezTo>
                  <a:pt x="887320" y="198542"/>
                  <a:pt x="833041" y="108234"/>
                  <a:pt x="766083" y="108234"/>
                </a:cubicBezTo>
                <a:cubicBezTo>
                  <a:pt x="699126" y="108234"/>
                  <a:pt x="644846" y="198542"/>
                  <a:pt x="644846" y="309942"/>
                </a:cubicBezTo>
                <a:lnTo>
                  <a:pt x="644846" y="1986981"/>
                </a:lnTo>
                <a:close/>
                <a:moveTo>
                  <a:pt x="414419" y="2151795"/>
                </a:moveTo>
                <a:lnTo>
                  <a:pt x="50341" y="2151795"/>
                </a:lnTo>
                <a:cubicBezTo>
                  <a:pt x="22538" y="2151795"/>
                  <a:pt x="0" y="2114296"/>
                  <a:pt x="0" y="2068040"/>
                </a:cubicBezTo>
                <a:cubicBezTo>
                  <a:pt x="0" y="2021784"/>
                  <a:pt x="22538" y="1984286"/>
                  <a:pt x="50341" y="1984286"/>
                </a:cubicBezTo>
                <a:lnTo>
                  <a:pt x="54565" y="1984286"/>
                </a:lnTo>
                <a:lnTo>
                  <a:pt x="54565" y="295839"/>
                </a:lnTo>
                <a:cubicBezTo>
                  <a:pt x="54565" y="132451"/>
                  <a:pt x="134175" y="0"/>
                  <a:pt x="232379" y="0"/>
                </a:cubicBezTo>
                <a:cubicBezTo>
                  <a:pt x="330584" y="0"/>
                  <a:pt x="410194" y="132451"/>
                  <a:pt x="410194" y="295839"/>
                </a:cubicBezTo>
                <a:lnTo>
                  <a:pt x="410194" y="1984286"/>
                </a:lnTo>
                <a:lnTo>
                  <a:pt x="414419" y="1984286"/>
                </a:lnTo>
                <a:cubicBezTo>
                  <a:pt x="442221" y="1984286"/>
                  <a:pt x="464760" y="2021784"/>
                  <a:pt x="464760" y="2068040"/>
                </a:cubicBezTo>
                <a:cubicBezTo>
                  <a:pt x="464760" y="2114296"/>
                  <a:pt x="442221" y="2151795"/>
                  <a:pt x="414419" y="2151795"/>
                </a:cubicBezTo>
                <a:close/>
                <a:moveTo>
                  <a:pt x="948122" y="2154490"/>
                </a:moveTo>
                <a:lnTo>
                  <a:pt x="584044" y="2154490"/>
                </a:lnTo>
                <a:cubicBezTo>
                  <a:pt x="556242" y="2154490"/>
                  <a:pt x="533703" y="2116992"/>
                  <a:pt x="533703" y="2070736"/>
                </a:cubicBezTo>
                <a:cubicBezTo>
                  <a:pt x="533703" y="2024480"/>
                  <a:pt x="556242" y="1986981"/>
                  <a:pt x="584044" y="1986981"/>
                </a:cubicBezTo>
                <a:lnTo>
                  <a:pt x="588268" y="1986981"/>
                </a:lnTo>
                <a:lnTo>
                  <a:pt x="588268" y="298535"/>
                </a:lnTo>
                <a:cubicBezTo>
                  <a:pt x="588268" y="135147"/>
                  <a:pt x="667878" y="2696"/>
                  <a:pt x="766083" y="2696"/>
                </a:cubicBezTo>
                <a:cubicBezTo>
                  <a:pt x="864287" y="2696"/>
                  <a:pt x="943897" y="135147"/>
                  <a:pt x="943897" y="298535"/>
                </a:cubicBezTo>
                <a:lnTo>
                  <a:pt x="943897" y="1986981"/>
                </a:lnTo>
                <a:lnTo>
                  <a:pt x="948122" y="1986981"/>
                </a:lnTo>
                <a:cubicBezTo>
                  <a:pt x="975925" y="1986981"/>
                  <a:pt x="998463" y="2024480"/>
                  <a:pt x="998463" y="2070736"/>
                </a:cubicBezTo>
                <a:cubicBezTo>
                  <a:pt x="998463" y="2116992"/>
                  <a:pt x="975925" y="2154490"/>
                  <a:pt x="948122" y="215449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6"/>
          <p:cNvSpPr/>
          <p:nvPr/>
        </p:nvSpPr>
        <p:spPr>
          <a:xfrm rot="10800000">
            <a:off x="3406801" y="4547669"/>
            <a:ext cx="1531655" cy="2154490"/>
          </a:xfrm>
          <a:custGeom>
            <a:avLst/>
            <a:gdLst/>
            <a:ahLst/>
            <a:cxnLst/>
            <a:rect l="l" t="t" r="r" b="b"/>
            <a:pathLst>
              <a:path w="3411060" h="3965401" extrusionOk="0">
                <a:moveTo>
                  <a:pt x="3062139" y="1800201"/>
                </a:moveTo>
                <a:lnTo>
                  <a:pt x="2702139" y="1800201"/>
                </a:lnTo>
                <a:lnTo>
                  <a:pt x="2702139" y="437210"/>
                </a:lnTo>
                <a:cubicBezTo>
                  <a:pt x="2702139" y="337799"/>
                  <a:pt x="2782728" y="257210"/>
                  <a:pt x="2882139" y="257210"/>
                </a:cubicBezTo>
                <a:cubicBezTo>
                  <a:pt x="2981550" y="257210"/>
                  <a:pt x="3062139" y="337799"/>
                  <a:pt x="3062139" y="437210"/>
                </a:cubicBezTo>
                <a:close/>
                <a:moveTo>
                  <a:pt x="686119" y="2160241"/>
                </a:moveTo>
                <a:lnTo>
                  <a:pt x="326119" y="2160241"/>
                </a:lnTo>
                <a:lnTo>
                  <a:pt x="326119" y="432251"/>
                </a:lnTo>
                <a:cubicBezTo>
                  <a:pt x="326119" y="332840"/>
                  <a:pt x="406708" y="252251"/>
                  <a:pt x="506119" y="252251"/>
                </a:cubicBezTo>
                <a:cubicBezTo>
                  <a:pt x="605530" y="252251"/>
                  <a:pt x="686119" y="332840"/>
                  <a:pt x="686119" y="432251"/>
                </a:cubicBezTo>
                <a:close/>
                <a:moveTo>
                  <a:pt x="1873559" y="3168352"/>
                </a:moveTo>
                <a:lnTo>
                  <a:pt x="1513559" y="3168352"/>
                </a:lnTo>
                <a:lnTo>
                  <a:pt x="1513559" y="432248"/>
                </a:lnTo>
                <a:cubicBezTo>
                  <a:pt x="1513559" y="332837"/>
                  <a:pt x="1594148" y="252248"/>
                  <a:pt x="1693559" y="252248"/>
                </a:cubicBezTo>
                <a:cubicBezTo>
                  <a:pt x="1792970" y="252248"/>
                  <a:pt x="1873559" y="332837"/>
                  <a:pt x="1873559" y="432248"/>
                </a:cubicBezTo>
                <a:close/>
                <a:moveTo>
                  <a:pt x="787520" y="3652135"/>
                </a:moveTo>
                <a:lnTo>
                  <a:pt x="787520" y="565496"/>
                </a:lnTo>
                <a:cubicBezTo>
                  <a:pt x="787520" y="360460"/>
                  <a:pt x="666637" y="194246"/>
                  <a:pt x="517520" y="194246"/>
                </a:cubicBezTo>
                <a:cubicBezTo>
                  <a:pt x="368403" y="194246"/>
                  <a:pt x="247520" y="360460"/>
                  <a:pt x="247520" y="565496"/>
                </a:cubicBezTo>
                <a:lnTo>
                  <a:pt x="247520" y="3652135"/>
                </a:lnTo>
                <a:close/>
                <a:moveTo>
                  <a:pt x="1974960" y="3652135"/>
                </a:moveTo>
                <a:lnTo>
                  <a:pt x="1974960" y="565496"/>
                </a:lnTo>
                <a:cubicBezTo>
                  <a:pt x="1974960" y="360460"/>
                  <a:pt x="1854077" y="194246"/>
                  <a:pt x="1704960" y="194246"/>
                </a:cubicBezTo>
                <a:cubicBezTo>
                  <a:pt x="1555843" y="194246"/>
                  <a:pt x="1434960" y="360460"/>
                  <a:pt x="1434960" y="565496"/>
                </a:cubicBezTo>
                <a:lnTo>
                  <a:pt x="1434960" y="3652135"/>
                </a:lnTo>
                <a:close/>
                <a:moveTo>
                  <a:pt x="3163540" y="3657096"/>
                </a:moveTo>
                <a:lnTo>
                  <a:pt x="3163540" y="570457"/>
                </a:lnTo>
                <a:cubicBezTo>
                  <a:pt x="3163540" y="365422"/>
                  <a:pt x="3042657" y="199207"/>
                  <a:pt x="2893540" y="199207"/>
                </a:cubicBezTo>
                <a:cubicBezTo>
                  <a:pt x="2744423" y="199207"/>
                  <a:pt x="2623540" y="365422"/>
                  <a:pt x="2623540" y="570457"/>
                </a:cubicBezTo>
                <a:lnTo>
                  <a:pt x="2623540" y="3657096"/>
                </a:lnTo>
                <a:close/>
                <a:moveTo>
                  <a:pt x="922929" y="3960440"/>
                </a:moveTo>
                <a:lnTo>
                  <a:pt x="112111" y="3960440"/>
                </a:lnTo>
                <a:cubicBezTo>
                  <a:pt x="50194" y="3960440"/>
                  <a:pt x="0" y="3891423"/>
                  <a:pt x="0" y="3806287"/>
                </a:cubicBezTo>
                <a:cubicBezTo>
                  <a:pt x="0" y="3721151"/>
                  <a:pt x="50194" y="3652135"/>
                  <a:pt x="112111" y="3652135"/>
                </a:cubicBezTo>
                <a:lnTo>
                  <a:pt x="121519" y="3652135"/>
                </a:lnTo>
                <a:lnTo>
                  <a:pt x="121519" y="544500"/>
                </a:lnTo>
                <a:cubicBezTo>
                  <a:pt x="121519" y="243780"/>
                  <a:pt x="298814" y="0"/>
                  <a:pt x="517519" y="0"/>
                </a:cubicBezTo>
                <a:cubicBezTo>
                  <a:pt x="736224" y="0"/>
                  <a:pt x="913519" y="243780"/>
                  <a:pt x="913519" y="544500"/>
                </a:cubicBezTo>
                <a:lnTo>
                  <a:pt x="913519" y="3652135"/>
                </a:lnTo>
                <a:lnTo>
                  <a:pt x="922929" y="3652135"/>
                </a:lnTo>
                <a:cubicBezTo>
                  <a:pt x="984846" y="3652135"/>
                  <a:pt x="1035040" y="3721151"/>
                  <a:pt x="1035040" y="3806287"/>
                </a:cubicBezTo>
                <a:cubicBezTo>
                  <a:pt x="1035040" y="3891423"/>
                  <a:pt x="984846" y="3960440"/>
                  <a:pt x="922929" y="3960440"/>
                </a:cubicBezTo>
                <a:close/>
                <a:moveTo>
                  <a:pt x="2110369" y="3960440"/>
                </a:moveTo>
                <a:lnTo>
                  <a:pt x="1299551" y="3960440"/>
                </a:lnTo>
                <a:cubicBezTo>
                  <a:pt x="1237634" y="3960440"/>
                  <a:pt x="1187440" y="3891423"/>
                  <a:pt x="1187440" y="3806287"/>
                </a:cubicBezTo>
                <a:cubicBezTo>
                  <a:pt x="1187440" y="3721151"/>
                  <a:pt x="1237634" y="3652135"/>
                  <a:pt x="1299551" y="3652135"/>
                </a:cubicBezTo>
                <a:lnTo>
                  <a:pt x="1308959" y="3652135"/>
                </a:lnTo>
                <a:lnTo>
                  <a:pt x="1308959" y="544500"/>
                </a:lnTo>
                <a:cubicBezTo>
                  <a:pt x="1308959" y="243780"/>
                  <a:pt x="1486254" y="0"/>
                  <a:pt x="1704959" y="0"/>
                </a:cubicBezTo>
                <a:cubicBezTo>
                  <a:pt x="1923664" y="0"/>
                  <a:pt x="2100959" y="243780"/>
                  <a:pt x="2100959" y="544500"/>
                </a:cubicBezTo>
                <a:lnTo>
                  <a:pt x="2100959" y="3652135"/>
                </a:lnTo>
                <a:lnTo>
                  <a:pt x="2110369" y="3652135"/>
                </a:lnTo>
                <a:cubicBezTo>
                  <a:pt x="2172286" y="3652135"/>
                  <a:pt x="2222480" y="3721151"/>
                  <a:pt x="2222480" y="3806287"/>
                </a:cubicBezTo>
                <a:cubicBezTo>
                  <a:pt x="2222480" y="3891423"/>
                  <a:pt x="2172286" y="3960440"/>
                  <a:pt x="2110369" y="3960440"/>
                </a:cubicBezTo>
                <a:close/>
                <a:moveTo>
                  <a:pt x="3298949" y="3965401"/>
                </a:moveTo>
                <a:lnTo>
                  <a:pt x="2488131" y="3965401"/>
                </a:lnTo>
                <a:cubicBezTo>
                  <a:pt x="2426214" y="3965401"/>
                  <a:pt x="2376020" y="3896384"/>
                  <a:pt x="2376020" y="3811249"/>
                </a:cubicBezTo>
                <a:cubicBezTo>
                  <a:pt x="2376020" y="3726113"/>
                  <a:pt x="2426214" y="3657096"/>
                  <a:pt x="2488131" y="3657096"/>
                </a:cubicBezTo>
                <a:lnTo>
                  <a:pt x="2497539" y="3657096"/>
                </a:lnTo>
                <a:lnTo>
                  <a:pt x="2497539" y="549461"/>
                </a:lnTo>
                <a:cubicBezTo>
                  <a:pt x="2497539" y="248741"/>
                  <a:pt x="2674834" y="4961"/>
                  <a:pt x="2893539" y="4961"/>
                </a:cubicBezTo>
                <a:cubicBezTo>
                  <a:pt x="3112244" y="4961"/>
                  <a:pt x="3289539" y="248741"/>
                  <a:pt x="3289539" y="549461"/>
                </a:cubicBezTo>
                <a:lnTo>
                  <a:pt x="3289539" y="3657096"/>
                </a:lnTo>
                <a:lnTo>
                  <a:pt x="3298949" y="3657096"/>
                </a:lnTo>
                <a:cubicBezTo>
                  <a:pt x="3360866" y="3657096"/>
                  <a:pt x="3411060" y="3726113"/>
                  <a:pt x="3411060" y="3811249"/>
                </a:cubicBezTo>
                <a:cubicBezTo>
                  <a:pt x="3411060" y="3896384"/>
                  <a:pt x="3360866" y="3965401"/>
                  <a:pt x="3298949" y="3965401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6"/>
          <p:cNvSpPr/>
          <p:nvPr/>
        </p:nvSpPr>
        <p:spPr>
          <a:xfrm rot="3709911">
            <a:off x="2541786" y="214508"/>
            <a:ext cx="1330091" cy="1218480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BFBFBF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6"/>
          <p:cNvSpPr/>
          <p:nvPr/>
        </p:nvSpPr>
        <p:spPr>
          <a:xfrm rot="-2162104">
            <a:off x="1667701" y="2395655"/>
            <a:ext cx="1858078" cy="1702162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noFill/>
          <a:ln w="12700" cap="flat" cmpd="sng">
            <a:solidFill>
              <a:srgbClr val="A5A5A5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6"/>
          <p:cNvSpPr/>
          <p:nvPr/>
        </p:nvSpPr>
        <p:spPr>
          <a:xfrm rot="3709911">
            <a:off x="2771394" y="1888445"/>
            <a:ext cx="918800" cy="841701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F2F2F2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6"/>
          <p:cNvSpPr/>
          <p:nvPr/>
        </p:nvSpPr>
        <p:spPr>
          <a:xfrm>
            <a:off x="1531849" y="771595"/>
            <a:ext cx="1103690" cy="1011076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F2F2F2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6"/>
          <p:cNvSpPr/>
          <p:nvPr/>
        </p:nvSpPr>
        <p:spPr>
          <a:xfrm rot="-2162104">
            <a:off x="-106613" y="294760"/>
            <a:ext cx="1858078" cy="1702162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noFill/>
          <a:ln w="12700" cap="flat" cmpd="sng">
            <a:solidFill>
              <a:srgbClr val="A5A5A5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6"/>
          <p:cNvSpPr/>
          <p:nvPr/>
        </p:nvSpPr>
        <p:spPr>
          <a:xfrm rot="-2162104">
            <a:off x="3099160" y="566763"/>
            <a:ext cx="1858078" cy="1702162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noFill/>
          <a:ln w="12700" cap="flat" cmpd="sng">
            <a:solidFill>
              <a:srgbClr val="A5A5A5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6"/>
          <p:cNvSpPr/>
          <p:nvPr/>
        </p:nvSpPr>
        <p:spPr>
          <a:xfrm rot="3709911">
            <a:off x="153430" y="1568340"/>
            <a:ext cx="918800" cy="841701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6"/>
          <p:cNvSpPr/>
          <p:nvPr/>
        </p:nvSpPr>
        <p:spPr>
          <a:xfrm rot="8100000">
            <a:off x="1367948" y="62020"/>
            <a:ext cx="957058" cy="876749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BFBFBF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6"/>
          <p:cNvSpPr/>
          <p:nvPr/>
        </p:nvSpPr>
        <p:spPr>
          <a:xfrm rot="8100000">
            <a:off x="879296" y="1266839"/>
            <a:ext cx="2266749" cy="2076540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7F7F7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6"/>
          <p:cNvSpPr/>
          <p:nvPr/>
        </p:nvSpPr>
        <p:spPr>
          <a:xfrm rot="5157174">
            <a:off x="3375634" y="1764038"/>
            <a:ext cx="1513674" cy="1386658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7F7F7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6"/>
          <p:cNvSpPr/>
          <p:nvPr/>
        </p:nvSpPr>
        <p:spPr>
          <a:xfrm rot="900000">
            <a:off x="3221006" y="2808606"/>
            <a:ext cx="1132658" cy="1037613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6"/>
          <p:cNvSpPr/>
          <p:nvPr/>
        </p:nvSpPr>
        <p:spPr>
          <a:xfrm rot="900000">
            <a:off x="1247188" y="3390926"/>
            <a:ext cx="1132658" cy="1037613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6"/>
          <p:cNvSpPr/>
          <p:nvPr/>
        </p:nvSpPr>
        <p:spPr>
          <a:xfrm rot="3709911">
            <a:off x="130473" y="3538235"/>
            <a:ext cx="918800" cy="841701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F2F2F2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6"/>
          <p:cNvSpPr/>
          <p:nvPr/>
        </p:nvSpPr>
        <p:spPr>
          <a:xfrm rot="-2162104">
            <a:off x="41486" y="2323530"/>
            <a:ext cx="1858078" cy="1702162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noFill/>
          <a:ln w="12700" cap="flat" cmpd="sng">
            <a:solidFill>
              <a:srgbClr val="A5A5A5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6"/>
          <p:cNvSpPr/>
          <p:nvPr/>
        </p:nvSpPr>
        <p:spPr>
          <a:xfrm rot="3709911">
            <a:off x="3868988" y="3364828"/>
            <a:ext cx="1330091" cy="1218480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BFBFBF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6"/>
          <p:cNvSpPr/>
          <p:nvPr/>
        </p:nvSpPr>
        <p:spPr>
          <a:xfrm rot="8100000">
            <a:off x="4751684" y="691456"/>
            <a:ext cx="957058" cy="876749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BFBFBF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6"/>
          <p:cNvSpPr/>
          <p:nvPr/>
        </p:nvSpPr>
        <p:spPr>
          <a:xfrm rot="8100000">
            <a:off x="4263032" y="1896275"/>
            <a:ext cx="2266749" cy="2076540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7F7F7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6"/>
          <p:cNvSpPr/>
          <p:nvPr/>
        </p:nvSpPr>
        <p:spPr>
          <a:xfrm rot="-2162104">
            <a:off x="4744330" y="1861939"/>
            <a:ext cx="1299933" cy="1190852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noFill/>
          <a:ln w="12700" cap="flat" cmpd="sng">
            <a:solidFill>
              <a:srgbClr val="A5A5A5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6"/>
          <p:cNvSpPr/>
          <p:nvPr/>
        </p:nvSpPr>
        <p:spPr>
          <a:xfrm rot="900000">
            <a:off x="1987004" y="2561653"/>
            <a:ext cx="1009486" cy="924777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6"/>
          <p:cNvSpPr/>
          <p:nvPr/>
        </p:nvSpPr>
        <p:spPr>
          <a:xfrm rot="3709911">
            <a:off x="2519904" y="3533964"/>
            <a:ext cx="1038426" cy="951290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F2F2F2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6"/>
          <p:cNvSpPr/>
          <p:nvPr/>
        </p:nvSpPr>
        <p:spPr>
          <a:xfrm rot="3709911">
            <a:off x="3392173" y="302893"/>
            <a:ext cx="1038426" cy="951290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F2F2F2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6"/>
          <p:cNvSpPr/>
          <p:nvPr/>
        </p:nvSpPr>
        <p:spPr>
          <a:xfrm rot="8100000">
            <a:off x="5019356" y="-26786"/>
            <a:ext cx="1310082" cy="1200149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7F7F7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6"/>
          <p:cNvSpPr/>
          <p:nvPr/>
        </p:nvSpPr>
        <p:spPr>
          <a:xfrm rot="8100000">
            <a:off x="1937060" y="-77635"/>
            <a:ext cx="1310082" cy="1200149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7F7F7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6"/>
          <p:cNvSpPr/>
          <p:nvPr/>
        </p:nvSpPr>
        <p:spPr>
          <a:xfrm rot="900000">
            <a:off x="5090179" y="3170913"/>
            <a:ext cx="1132658" cy="1037613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6"/>
          <p:cNvSpPr/>
          <p:nvPr/>
        </p:nvSpPr>
        <p:spPr>
          <a:xfrm rot="900000">
            <a:off x="5407036" y="1110970"/>
            <a:ext cx="1002682" cy="918544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6"/>
          <p:cNvSpPr/>
          <p:nvPr/>
        </p:nvSpPr>
        <p:spPr>
          <a:xfrm rot="3709911">
            <a:off x="8142766" y="708962"/>
            <a:ext cx="1330091" cy="1218480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BFBFBF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6"/>
          <p:cNvSpPr/>
          <p:nvPr/>
        </p:nvSpPr>
        <p:spPr>
          <a:xfrm rot="-2162104">
            <a:off x="7268681" y="2890109"/>
            <a:ext cx="1858078" cy="1702162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noFill/>
          <a:ln w="12700" cap="flat" cmpd="sng">
            <a:solidFill>
              <a:srgbClr val="A5A5A5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6"/>
          <p:cNvSpPr/>
          <p:nvPr/>
        </p:nvSpPr>
        <p:spPr>
          <a:xfrm rot="3709911">
            <a:off x="8372374" y="2382899"/>
            <a:ext cx="918800" cy="841701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F2F2F2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6"/>
          <p:cNvSpPr/>
          <p:nvPr/>
        </p:nvSpPr>
        <p:spPr>
          <a:xfrm>
            <a:off x="7132829" y="1266049"/>
            <a:ext cx="1103690" cy="1011076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F2F2F2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6"/>
          <p:cNvSpPr/>
          <p:nvPr/>
        </p:nvSpPr>
        <p:spPr>
          <a:xfrm rot="-2162104">
            <a:off x="8700140" y="1061217"/>
            <a:ext cx="1858078" cy="1702162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noFill/>
          <a:ln w="12700" cap="flat" cmpd="sng">
            <a:solidFill>
              <a:srgbClr val="A5A5A5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6"/>
          <p:cNvSpPr/>
          <p:nvPr/>
        </p:nvSpPr>
        <p:spPr>
          <a:xfrm rot="3709911">
            <a:off x="5754410" y="2062794"/>
            <a:ext cx="918800" cy="841701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6"/>
          <p:cNvSpPr/>
          <p:nvPr/>
        </p:nvSpPr>
        <p:spPr>
          <a:xfrm rot="8100000">
            <a:off x="6968928" y="556474"/>
            <a:ext cx="957058" cy="876749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BFBFBF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6"/>
          <p:cNvSpPr/>
          <p:nvPr/>
        </p:nvSpPr>
        <p:spPr>
          <a:xfrm rot="8100000">
            <a:off x="6480276" y="1761293"/>
            <a:ext cx="2266749" cy="2076540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7F7F7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6"/>
          <p:cNvSpPr/>
          <p:nvPr/>
        </p:nvSpPr>
        <p:spPr>
          <a:xfrm rot="5157174">
            <a:off x="8976614" y="2258492"/>
            <a:ext cx="1513674" cy="1386658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7F7F7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6"/>
          <p:cNvSpPr/>
          <p:nvPr/>
        </p:nvSpPr>
        <p:spPr>
          <a:xfrm rot="900000">
            <a:off x="8821986" y="3303060"/>
            <a:ext cx="1132658" cy="1037613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6"/>
          <p:cNvSpPr/>
          <p:nvPr/>
        </p:nvSpPr>
        <p:spPr>
          <a:xfrm rot="900000">
            <a:off x="9049262" y="65851"/>
            <a:ext cx="1132658" cy="1037613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6"/>
          <p:cNvSpPr/>
          <p:nvPr/>
        </p:nvSpPr>
        <p:spPr>
          <a:xfrm rot="3709911">
            <a:off x="5940659" y="3816669"/>
            <a:ext cx="918800" cy="841701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F2F2F2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6"/>
          <p:cNvSpPr/>
          <p:nvPr/>
        </p:nvSpPr>
        <p:spPr>
          <a:xfrm rot="-2162104">
            <a:off x="5642466" y="2817984"/>
            <a:ext cx="1858078" cy="1702162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noFill/>
          <a:ln w="12700" cap="flat" cmpd="sng">
            <a:solidFill>
              <a:srgbClr val="A5A5A5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6"/>
          <p:cNvSpPr/>
          <p:nvPr/>
        </p:nvSpPr>
        <p:spPr>
          <a:xfrm rot="8100000">
            <a:off x="10352664" y="1185910"/>
            <a:ext cx="957058" cy="876749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BFBFBF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6"/>
          <p:cNvSpPr/>
          <p:nvPr/>
        </p:nvSpPr>
        <p:spPr>
          <a:xfrm rot="8100000">
            <a:off x="9864012" y="2390729"/>
            <a:ext cx="2266749" cy="2076540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7F7F7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6"/>
          <p:cNvSpPr/>
          <p:nvPr/>
        </p:nvSpPr>
        <p:spPr>
          <a:xfrm rot="-2162104">
            <a:off x="10345310" y="2356393"/>
            <a:ext cx="1299933" cy="1190852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noFill/>
          <a:ln w="12700" cap="flat" cmpd="sng">
            <a:solidFill>
              <a:srgbClr val="A5A5A5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6"/>
          <p:cNvSpPr/>
          <p:nvPr/>
        </p:nvSpPr>
        <p:spPr>
          <a:xfrm rot="900000">
            <a:off x="7587984" y="3056107"/>
            <a:ext cx="1009486" cy="924777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6"/>
          <p:cNvSpPr/>
          <p:nvPr/>
        </p:nvSpPr>
        <p:spPr>
          <a:xfrm rot="3709911">
            <a:off x="10321978" y="208889"/>
            <a:ext cx="1038426" cy="951290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6"/>
          <p:cNvSpPr/>
          <p:nvPr/>
        </p:nvSpPr>
        <p:spPr>
          <a:xfrm rot="3709911">
            <a:off x="8993153" y="797347"/>
            <a:ext cx="1038426" cy="951290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F2F2F2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6"/>
          <p:cNvSpPr/>
          <p:nvPr/>
        </p:nvSpPr>
        <p:spPr>
          <a:xfrm rot="900000">
            <a:off x="10958142" y="3587426"/>
            <a:ext cx="1132658" cy="1037613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6"/>
          <p:cNvSpPr/>
          <p:nvPr/>
        </p:nvSpPr>
        <p:spPr>
          <a:xfrm rot="900000">
            <a:off x="11008016" y="1605424"/>
            <a:ext cx="1002682" cy="918544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6"/>
          <p:cNvSpPr/>
          <p:nvPr/>
        </p:nvSpPr>
        <p:spPr>
          <a:xfrm rot="-2162104">
            <a:off x="6564173" y="801515"/>
            <a:ext cx="1858078" cy="1702162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noFill/>
          <a:ln w="12700" cap="flat" cmpd="sng">
            <a:solidFill>
              <a:srgbClr val="A5A5A5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6"/>
          <p:cNvSpPr/>
          <p:nvPr/>
        </p:nvSpPr>
        <p:spPr>
          <a:xfrm rot="900000">
            <a:off x="5939664" y="52344"/>
            <a:ext cx="1009486" cy="924777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6"/>
          <p:cNvSpPr/>
          <p:nvPr/>
        </p:nvSpPr>
        <p:spPr>
          <a:xfrm rot="5157174">
            <a:off x="6223726" y="287726"/>
            <a:ext cx="1513674" cy="1386658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7F7F7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6"/>
          <p:cNvSpPr/>
          <p:nvPr/>
        </p:nvSpPr>
        <p:spPr>
          <a:xfrm rot="8100000">
            <a:off x="7463069" y="-218473"/>
            <a:ext cx="1617557" cy="1481823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7F7F7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6"/>
          <p:cNvSpPr/>
          <p:nvPr/>
        </p:nvSpPr>
        <p:spPr>
          <a:xfrm rot="8100000">
            <a:off x="11309268" y="475590"/>
            <a:ext cx="1068239" cy="978599"/>
          </a:xfrm>
          <a:custGeom>
            <a:avLst/>
            <a:gdLst/>
            <a:ahLst/>
            <a:cxnLst/>
            <a:rect l="l" t="t" r="r" b="b"/>
            <a:pathLst>
              <a:path w="4744677" h="4346537" extrusionOk="0">
                <a:moveTo>
                  <a:pt x="4132609" y="0"/>
                </a:moveTo>
                <a:cubicBezTo>
                  <a:pt x="4470645" y="0"/>
                  <a:pt x="4744677" y="274032"/>
                  <a:pt x="4744677" y="612068"/>
                </a:cubicBezTo>
                <a:cubicBezTo>
                  <a:pt x="4744677" y="950104"/>
                  <a:pt x="4470645" y="1224136"/>
                  <a:pt x="4132609" y="1224136"/>
                </a:cubicBezTo>
                <a:cubicBezTo>
                  <a:pt x="4000619" y="1224136"/>
                  <a:pt x="3878387" y="1182357"/>
                  <a:pt x="3779124" y="1110304"/>
                </a:cubicBezTo>
                <a:lnTo>
                  <a:pt x="3136991" y="1745949"/>
                </a:lnTo>
                <a:cubicBezTo>
                  <a:pt x="3225188" y="1856579"/>
                  <a:pt x="3276364" y="1997017"/>
                  <a:pt x="3276364" y="2149407"/>
                </a:cubicBezTo>
                <a:cubicBezTo>
                  <a:pt x="3276364" y="2441531"/>
                  <a:pt x="3088309" y="2689732"/>
                  <a:pt x="2825694" y="2776754"/>
                </a:cubicBezTo>
                <a:lnTo>
                  <a:pt x="2979020" y="3414933"/>
                </a:lnTo>
                <a:cubicBezTo>
                  <a:pt x="2993560" y="3411152"/>
                  <a:pt x="3008526" y="3410433"/>
                  <a:pt x="3023660" y="3410433"/>
                </a:cubicBezTo>
                <a:cubicBezTo>
                  <a:pt x="3282158" y="3410433"/>
                  <a:pt x="3491712" y="3619987"/>
                  <a:pt x="3491712" y="3878485"/>
                </a:cubicBezTo>
                <a:cubicBezTo>
                  <a:pt x="3491712" y="4136983"/>
                  <a:pt x="3282158" y="4346537"/>
                  <a:pt x="3023660" y="4346537"/>
                </a:cubicBezTo>
                <a:cubicBezTo>
                  <a:pt x="2765162" y="4346537"/>
                  <a:pt x="2555608" y="4136983"/>
                  <a:pt x="2555608" y="3878485"/>
                </a:cubicBezTo>
                <a:cubicBezTo>
                  <a:pt x="2555608" y="3687272"/>
                  <a:pt x="2670270" y="3522840"/>
                  <a:pt x="2834857" y="3450806"/>
                </a:cubicBezTo>
                <a:lnTo>
                  <a:pt x="2680516" y="2808402"/>
                </a:lnTo>
                <a:cubicBezTo>
                  <a:pt x="2657679" y="2814229"/>
                  <a:pt x="2634131" y="2815481"/>
                  <a:pt x="2610290" y="2815481"/>
                </a:cubicBezTo>
                <a:cubicBezTo>
                  <a:pt x="2262990" y="2815481"/>
                  <a:pt x="1977773" y="2549678"/>
                  <a:pt x="1950334" y="2210098"/>
                </a:cubicBezTo>
                <a:lnTo>
                  <a:pt x="1140565" y="2210098"/>
                </a:lnTo>
                <a:cubicBezTo>
                  <a:pt x="1087517" y="2473312"/>
                  <a:pt x="854931" y="2671465"/>
                  <a:pt x="576064" y="2671465"/>
                </a:cubicBezTo>
                <a:cubicBezTo>
                  <a:pt x="257913" y="2671465"/>
                  <a:pt x="0" y="2413552"/>
                  <a:pt x="0" y="2095401"/>
                </a:cubicBezTo>
                <a:cubicBezTo>
                  <a:pt x="0" y="1777250"/>
                  <a:pt x="257913" y="1519337"/>
                  <a:pt x="576064" y="1519337"/>
                </a:cubicBezTo>
                <a:cubicBezTo>
                  <a:pt x="884345" y="1519337"/>
                  <a:pt x="1136067" y="1761496"/>
                  <a:pt x="1149172" y="2066082"/>
                </a:cubicBezTo>
                <a:lnTo>
                  <a:pt x="1952616" y="2066082"/>
                </a:lnTo>
                <a:cubicBezTo>
                  <a:pt x="1990606" y="1737340"/>
                  <a:pt x="2270784" y="1483333"/>
                  <a:pt x="2610290" y="1483333"/>
                </a:cubicBezTo>
                <a:cubicBezTo>
                  <a:pt x="2772012" y="1483333"/>
                  <a:pt x="2920272" y="1540968"/>
                  <a:pt x="3033700" y="1639167"/>
                </a:cubicBezTo>
                <a:lnTo>
                  <a:pt x="3670256" y="1009043"/>
                </a:lnTo>
                <a:cubicBezTo>
                  <a:pt x="3576170" y="903685"/>
                  <a:pt x="3520541" y="764373"/>
                  <a:pt x="3520541" y="612068"/>
                </a:cubicBezTo>
                <a:cubicBezTo>
                  <a:pt x="3520541" y="274032"/>
                  <a:pt x="3794573" y="0"/>
                  <a:pt x="4132609" y="0"/>
                </a:cubicBezTo>
                <a:close/>
              </a:path>
            </a:pathLst>
          </a:custGeom>
          <a:solidFill>
            <a:srgbClr val="7F7F7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6"/>
          <p:cNvSpPr/>
          <p:nvPr/>
        </p:nvSpPr>
        <p:spPr>
          <a:xfrm rot="10800000">
            <a:off x="6059945" y="4547669"/>
            <a:ext cx="1531655" cy="2154490"/>
          </a:xfrm>
          <a:custGeom>
            <a:avLst/>
            <a:gdLst/>
            <a:ahLst/>
            <a:cxnLst/>
            <a:rect l="l" t="t" r="r" b="b"/>
            <a:pathLst>
              <a:path w="3411060" h="3965401" extrusionOk="0">
                <a:moveTo>
                  <a:pt x="3062139" y="1800201"/>
                </a:moveTo>
                <a:lnTo>
                  <a:pt x="2702139" y="1800201"/>
                </a:lnTo>
                <a:lnTo>
                  <a:pt x="2702139" y="437210"/>
                </a:lnTo>
                <a:cubicBezTo>
                  <a:pt x="2702139" y="337799"/>
                  <a:pt x="2782728" y="257210"/>
                  <a:pt x="2882139" y="257210"/>
                </a:cubicBezTo>
                <a:cubicBezTo>
                  <a:pt x="2981550" y="257210"/>
                  <a:pt x="3062139" y="337799"/>
                  <a:pt x="3062139" y="437210"/>
                </a:cubicBezTo>
                <a:close/>
                <a:moveTo>
                  <a:pt x="686119" y="2160241"/>
                </a:moveTo>
                <a:lnTo>
                  <a:pt x="326119" y="2160241"/>
                </a:lnTo>
                <a:lnTo>
                  <a:pt x="326119" y="432251"/>
                </a:lnTo>
                <a:cubicBezTo>
                  <a:pt x="326119" y="332840"/>
                  <a:pt x="406708" y="252251"/>
                  <a:pt x="506119" y="252251"/>
                </a:cubicBezTo>
                <a:cubicBezTo>
                  <a:pt x="605530" y="252251"/>
                  <a:pt x="686119" y="332840"/>
                  <a:pt x="686119" y="432251"/>
                </a:cubicBezTo>
                <a:close/>
                <a:moveTo>
                  <a:pt x="1873559" y="3168352"/>
                </a:moveTo>
                <a:lnTo>
                  <a:pt x="1513559" y="3168352"/>
                </a:lnTo>
                <a:lnTo>
                  <a:pt x="1513559" y="432248"/>
                </a:lnTo>
                <a:cubicBezTo>
                  <a:pt x="1513559" y="332837"/>
                  <a:pt x="1594148" y="252248"/>
                  <a:pt x="1693559" y="252248"/>
                </a:cubicBezTo>
                <a:cubicBezTo>
                  <a:pt x="1792970" y="252248"/>
                  <a:pt x="1873559" y="332837"/>
                  <a:pt x="1873559" y="432248"/>
                </a:cubicBezTo>
                <a:close/>
                <a:moveTo>
                  <a:pt x="787520" y="3652135"/>
                </a:moveTo>
                <a:lnTo>
                  <a:pt x="787520" y="565496"/>
                </a:lnTo>
                <a:cubicBezTo>
                  <a:pt x="787520" y="360460"/>
                  <a:pt x="666637" y="194246"/>
                  <a:pt x="517520" y="194246"/>
                </a:cubicBezTo>
                <a:cubicBezTo>
                  <a:pt x="368403" y="194246"/>
                  <a:pt x="247520" y="360460"/>
                  <a:pt x="247520" y="565496"/>
                </a:cubicBezTo>
                <a:lnTo>
                  <a:pt x="247520" y="3652135"/>
                </a:lnTo>
                <a:close/>
                <a:moveTo>
                  <a:pt x="1974960" y="3652135"/>
                </a:moveTo>
                <a:lnTo>
                  <a:pt x="1974960" y="565496"/>
                </a:lnTo>
                <a:cubicBezTo>
                  <a:pt x="1974960" y="360460"/>
                  <a:pt x="1854077" y="194246"/>
                  <a:pt x="1704960" y="194246"/>
                </a:cubicBezTo>
                <a:cubicBezTo>
                  <a:pt x="1555843" y="194246"/>
                  <a:pt x="1434960" y="360460"/>
                  <a:pt x="1434960" y="565496"/>
                </a:cubicBezTo>
                <a:lnTo>
                  <a:pt x="1434960" y="3652135"/>
                </a:lnTo>
                <a:close/>
                <a:moveTo>
                  <a:pt x="3163540" y="3657096"/>
                </a:moveTo>
                <a:lnTo>
                  <a:pt x="3163540" y="570457"/>
                </a:lnTo>
                <a:cubicBezTo>
                  <a:pt x="3163540" y="365422"/>
                  <a:pt x="3042657" y="199207"/>
                  <a:pt x="2893540" y="199207"/>
                </a:cubicBezTo>
                <a:cubicBezTo>
                  <a:pt x="2744423" y="199207"/>
                  <a:pt x="2623540" y="365422"/>
                  <a:pt x="2623540" y="570457"/>
                </a:cubicBezTo>
                <a:lnTo>
                  <a:pt x="2623540" y="3657096"/>
                </a:lnTo>
                <a:close/>
                <a:moveTo>
                  <a:pt x="922929" y="3960440"/>
                </a:moveTo>
                <a:lnTo>
                  <a:pt x="112111" y="3960440"/>
                </a:lnTo>
                <a:cubicBezTo>
                  <a:pt x="50194" y="3960440"/>
                  <a:pt x="0" y="3891423"/>
                  <a:pt x="0" y="3806287"/>
                </a:cubicBezTo>
                <a:cubicBezTo>
                  <a:pt x="0" y="3721151"/>
                  <a:pt x="50194" y="3652135"/>
                  <a:pt x="112111" y="3652135"/>
                </a:cubicBezTo>
                <a:lnTo>
                  <a:pt x="121519" y="3652135"/>
                </a:lnTo>
                <a:lnTo>
                  <a:pt x="121519" y="544500"/>
                </a:lnTo>
                <a:cubicBezTo>
                  <a:pt x="121519" y="243780"/>
                  <a:pt x="298814" y="0"/>
                  <a:pt x="517519" y="0"/>
                </a:cubicBezTo>
                <a:cubicBezTo>
                  <a:pt x="736224" y="0"/>
                  <a:pt x="913519" y="243780"/>
                  <a:pt x="913519" y="544500"/>
                </a:cubicBezTo>
                <a:lnTo>
                  <a:pt x="913519" y="3652135"/>
                </a:lnTo>
                <a:lnTo>
                  <a:pt x="922929" y="3652135"/>
                </a:lnTo>
                <a:cubicBezTo>
                  <a:pt x="984846" y="3652135"/>
                  <a:pt x="1035040" y="3721151"/>
                  <a:pt x="1035040" y="3806287"/>
                </a:cubicBezTo>
                <a:cubicBezTo>
                  <a:pt x="1035040" y="3891423"/>
                  <a:pt x="984846" y="3960440"/>
                  <a:pt x="922929" y="3960440"/>
                </a:cubicBezTo>
                <a:close/>
                <a:moveTo>
                  <a:pt x="2110369" y="3960440"/>
                </a:moveTo>
                <a:lnTo>
                  <a:pt x="1299551" y="3960440"/>
                </a:lnTo>
                <a:cubicBezTo>
                  <a:pt x="1237634" y="3960440"/>
                  <a:pt x="1187440" y="3891423"/>
                  <a:pt x="1187440" y="3806287"/>
                </a:cubicBezTo>
                <a:cubicBezTo>
                  <a:pt x="1187440" y="3721151"/>
                  <a:pt x="1237634" y="3652135"/>
                  <a:pt x="1299551" y="3652135"/>
                </a:cubicBezTo>
                <a:lnTo>
                  <a:pt x="1308959" y="3652135"/>
                </a:lnTo>
                <a:lnTo>
                  <a:pt x="1308959" y="544500"/>
                </a:lnTo>
                <a:cubicBezTo>
                  <a:pt x="1308959" y="243780"/>
                  <a:pt x="1486254" y="0"/>
                  <a:pt x="1704959" y="0"/>
                </a:cubicBezTo>
                <a:cubicBezTo>
                  <a:pt x="1923664" y="0"/>
                  <a:pt x="2100959" y="243780"/>
                  <a:pt x="2100959" y="544500"/>
                </a:cubicBezTo>
                <a:lnTo>
                  <a:pt x="2100959" y="3652135"/>
                </a:lnTo>
                <a:lnTo>
                  <a:pt x="2110369" y="3652135"/>
                </a:lnTo>
                <a:cubicBezTo>
                  <a:pt x="2172286" y="3652135"/>
                  <a:pt x="2222480" y="3721151"/>
                  <a:pt x="2222480" y="3806287"/>
                </a:cubicBezTo>
                <a:cubicBezTo>
                  <a:pt x="2222480" y="3891423"/>
                  <a:pt x="2172286" y="3960440"/>
                  <a:pt x="2110369" y="3960440"/>
                </a:cubicBezTo>
                <a:close/>
                <a:moveTo>
                  <a:pt x="3298949" y="3965401"/>
                </a:moveTo>
                <a:lnTo>
                  <a:pt x="2488131" y="3965401"/>
                </a:lnTo>
                <a:cubicBezTo>
                  <a:pt x="2426214" y="3965401"/>
                  <a:pt x="2376020" y="3896384"/>
                  <a:pt x="2376020" y="3811249"/>
                </a:cubicBezTo>
                <a:cubicBezTo>
                  <a:pt x="2376020" y="3726113"/>
                  <a:pt x="2426214" y="3657096"/>
                  <a:pt x="2488131" y="3657096"/>
                </a:cubicBezTo>
                <a:lnTo>
                  <a:pt x="2497539" y="3657096"/>
                </a:lnTo>
                <a:lnTo>
                  <a:pt x="2497539" y="549461"/>
                </a:lnTo>
                <a:cubicBezTo>
                  <a:pt x="2497539" y="248741"/>
                  <a:pt x="2674834" y="4961"/>
                  <a:pt x="2893539" y="4961"/>
                </a:cubicBezTo>
                <a:cubicBezTo>
                  <a:pt x="3112244" y="4961"/>
                  <a:pt x="3289539" y="248741"/>
                  <a:pt x="3289539" y="549461"/>
                </a:cubicBezTo>
                <a:lnTo>
                  <a:pt x="3289539" y="3657096"/>
                </a:lnTo>
                <a:lnTo>
                  <a:pt x="3298949" y="3657096"/>
                </a:lnTo>
                <a:cubicBezTo>
                  <a:pt x="3360866" y="3657096"/>
                  <a:pt x="3411060" y="3726113"/>
                  <a:pt x="3411060" y="3811249"/>
                </a:cubicBezTo>
                <a:cubicBezTo>
                  <a:pt x="3411060" y="3896384"/>
                  <a:pt x="3360866" y="3965401"/>
                  <a:pt x="3298949" y="3965401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6"/>
          <p:cNvSpPr/>
          <p:nvPr/>
        </p:nvSpPr>
        <p:spPr>
          <a:xfrm rot="10800000">
            <a:off x="7646841" y="4547669"/>
            <a:ext cx="1531655" cy="2154490"/>
          </a:xfrm>
          <a:custGeom>
            <a:avLst/>
            <a:gdLst/>
            <a:ahLst/>
            <a:cxnLst/>
            <a:rect l="l" t="t" r="r" b="b"/>
            <a:pathLst>
              <a:path w="3411060" h="3965401" extrusionOk="0">
                <a:moveTo>
                  <a:pt x="3062139" y="1800201"/>
                </a:moveTo>
                <a:lnTo>
                  <a:pt x="2702139" y="1800201"/>
                </a:lnTo>
                <a:lnTo>
                  <a:pt x="2702139" y="437210"/>
                </a:lnTo>
                <a:cubicBezTo>
                  <a:pt x="2702139" y="337799"/>
                  <a:pt x="2782728" y="257210"/>
                  <a:pt x="2882139" y="257210"/>
                </a:cubicBezTo>
                <a:cubicBezTo>
                  <a:pt x="2981550" y="257210"/>
                  <a:pt x="3062139" y="337799"/>
                  <a:pt x="3062139" y="437210"/>
                </a:cubicBezTo>
                <a:close/>
                <a:moveTo>
                  <a:pt x="686119" y="2160241"/>
                </a:moveTo>
                <a:lnTo>
                  <a:pt x="326119" y="2160241"/>
                </a:lnTo>
                <a:lnTo>
                  <a:pt x="326119" y="432251"/>
                </a:lnTo>
                <a:cubicBezTo>
                  <a:pt x="326119" y="332840"/>
                  <a:pt x="406708" y="252251"/>
                  <a:pt x="506119" y="252251"/>
                </a:cubicBezTo>
                <a:cubicBezTo>
                  <a:pt x="605530" y="252251"/>
                  <a:pt x="686119" y="332840"/>
                  <a:pt x="686119" y="432251"/>
                </a:cubicBezTo>
                <a:close/>
                <a:moveTo>
                  <a:pt x="1873559" y="3168352"/>
                </a:moveTo>
                <a:lnTo>
                  <a:pt x="1513559" y="3168352"/>
                </a:lnTo>
                <a:lnTo>
                  <a:pt x="1513559" y="432248"/>
                </a:lnTo>
                <a:cubicBezTo>
                  <a:pt x="1513559" y="332837"/>
                  <a:pt x="1594148" y="252248"/>
                  <a:pt x="1693559" y="252248"/>
                </a:cubicBezTo>
                <a:cubicBezTo>
                  <a:pt x="1792970" y="252248"/>
                  <a:pt x="1873559" y="332837"/>
                  <a:pt x="1873559" y="432248"/>
                </a:cubicBezTo>
                <a:close/>
                <a:moveTo>
                  <a:pt x="787520" y="3652135"/>
                </a:moveTo>
                <a:lnTo>
                  <a:pt x="787520" y="565496"/>
                </a:lnTo>
                <a:cubicBezTo>
                  <a:pt x="787520" y="360460"/>
                  <a:pt x="666637" y="194246"/>
                  <a:pt x="517520" y="194246"/>
                </a:cubicBezTo>
                <a:cubicBezTo>
                  <a:pt x="368403" y="194246"/>
                  <a:pt x="247520" y="360460"/>
                  <a:pt x="247520" y="565496"/>
                </a:cubicBezTo>
                <a:lnTo>
                  <a:pt x="247520" y="3652135"/>
                </a:lnTo>
                <a:close/>
                <a:moveTo>
                  <a:pt x="1974960" y="3652135"/>
                </a:moveTo>
                <a:lnTo>
                  <a:pt x="1974960" y="565496"/>
                </a:lnTo>
                <a:cubicBezTo>
                  <a:pt x="1974960" y="360460"/>
                  <a:pt x="1854077" y="194246"/>
                  <a:pt x="1704960" y="194246"/>
                </a:cubicBezTo>
                <a:cubicBezTo>
                  <a:pt x="1555843" y="194246"/>
                  <a:pt x="1434960" y="360460"/>
                  <a:pt x="1434960" y="565496"/>
                </a:cubicBezTo>
                <a:lnTo>
                  <a:pt x="1434960" y="3652135"/>
                </a:lnTo>
                <a:close/>
                <a:moveTo>
                  <a:pt x="3163540" y="3657096"/>
                </a:moveTo>
                <a:lnTo>
                  <a:pt x="3163540" y="570457"/>
                </a:lnTo>
                <a:cubicBezTo>
                  <a:pt x="3163540" y="365422"/>
                  <a:pt x="3042657" y="199207"/>
                  <a:pt x="2893540" y="199207"/>
                </a:cubicBezTo>
                <a:cubicBezTo>
                  <a:pt x="2744423" y="199207"/>
                  <a:pt x="2623540" y="365422"/>
                  <a:pt x="2623540" y="570457"/>
                </a:cubicBezTo>
                <a:lnTo>
                  <a:pt x="2623540" y="3657096"/>
                </a:lnTo>
                <a:close/>
                <a:moveTo>
                  <a:pt x="922929" y="3960440"/>
                </a:moveTo>
                <a:lnTo>
                  <a:pt x="112111" y="3960440"/>
                </a:lnTo>
                <a:cubicBezTo>
                  <a:pt x="50194" y="3960440"/>
                  <a:pt x="0" y="3891423"/>
                  <a:pt x="0" y="3806287"/>
                </a:cubicBezTo>
                <a:cubicBezTo>
                  <a:pt x="0" y="3721151"/>
                  <a:pt x="50194" y="3652135"/>
                  <a:pt x="112111" y="3652135"/>
                </a:cubicBezTo>
                <a:lnTo>
                  <a:pt x="121519" y="3652135"/>
                </a:lnTo>
                <a:lnTo>
                  <a:pt x="121519" y="544500"/>
                </a:lnTo>
                <a:cubicBezTo>
                  <a:pt x="121519" y="243780"/>
                  <a:pt x="298814" y="0"/>
                  <a:pt x="517519" y="0"/>
                </a:cubicBezTo>
                <a:cubicBezTo>
                  <a:pt x="736224" y="0"/>
                  <a:pt x="913519" y="243780"/>
                  <a:pt x="913519" y="544500"/>
                </a:cubicBezTo>
                <a:lnTo>
                  <a:pt x="913519" y="3652135"/>
                </a:lnTo>
                <a:lnTo>
                  <a:pt x="922929" y="3652135"/>
                </a:lnTo>
                <a:cubicBezTo>
                  <a:pt x="984846" y="3652135"/>
                  <a:pt x="1035040" y="3721151"/>
                  <a:pt x="1035040" y="3806287"/>
                </a:cubicBezTo>
                <a:cubicBezTo>
                  <a:pt x="1035040" y="3891423"/>
                  <a:pt x="984846" y="3960440"/>
                  <a:pt x="922929" y="3960440"/>
                </a:cubicBezTo>
                <a:close/>
                <a:moveTo>
                  <a:pt x="2110369" y="3960440"/>
                </a:moveTo>
                <a:lnTo>
                  <a:pt x="1299551" y="3960440"/>
                </a:lnTo>
                <a:cubicBezTo>
                  <a:pt x="1237634" y="3960440"/>
                  <a:pt x="1187440" y="3891423"/>
                  <a:pt x="1187440" y="3806287"/>
                </a:cubicBezTo>
                <a:cubicBezTo>
                  <a:pt x="1187440" y="3721151"/>
                  <a:pt x="1237634" y="3652135"/>
                  <a:pt x="1299551" y="3652135"/>
                </a:cubicBezTo>
                <a:lnTo>
                  <a:pt x="1308959" y="3652135"/>
                </a:lnTo>
                <a:lnTo>
                  <a:pt x="1308959" y="544500"/>
                </a:lnTo>
                <a:cubicBezTo>
                  <a:pt x="1308959" y="243780"/>
                  <a:pt x="1486254" y="0"/>
                  <a:pt x="1704959" y="0"/>
                </a:cubicBezTo>
                <a:cubicBezTo>
                  <a:pt x="1923664" y="0"/>
                  <a:pt x="2100959" y="243780"/>
                  <a:pt x="2100959" y="544500"/>
                </a:cubicBezTo>
                <a:lnTo>
                  <a:pt x="2100959" y="3652135"/>
                </a:lnTo>
                <a:lnTo>
                  <a:pt x="2110369" y="3652135"/>
                </a:lnTo>
                <a:cubicBezTo>
                  <a:pt x="2172286" y="3652135"/>
                  <a:pt x="2222480" y="3721151"/>
                  <a:pt x="2222480" y="3806287"/>
                </a:cubicBezTo>
                <a:cubicBezTo>
                  <a:pt x="2222480" y="3891423"/>
                  <a:pt x="2172286" y="3960440"/>
                  <a:pt x="2110369" y="3960440"/>
                </a:cubicBezTo>
                <a:close/>
                <a:moveTo>
                  <a:pt x="3298949" y="3965401"/>
                </a:moveTo>
                <a:lnTo>
                  <a:pt x="2488131" y="3965401"/>
                </a:lnTo>
                <a:cubicBezTo>
                  <a:pt x="2426214" y="3965401"/>
                  <a:pt x="2376020" y="3896384"/>
                  <a:pt x="2376020" y="3811249"/>
                </a:cubicBezTo>
                <a:cubicBezTo>
                  <a:pt x="2376020" y="3726113"/>
                  <a:pt x="2426214" y="3657096"/>
                  <a:pt x="2488131" y="3657096"/>
                </a:cubicBezTo>
                <a:lnTo>
                  <a:pt x="2497539" y="3657096"/>
                </a:lnTo>
                <a:lnTo>
                  <a:pt x="2497539" y="549461"/>
                </a:lnTo>
                <a:cubicBezTo>
                  <a:pt x="2497539" y="248741"/>
                  <a:pt x="2674834" y="4961"/>
                  <a:pt x="2893539" y="4961"/>
                </a:cubicBezTo>
                <a:cubicBezTo>
                  <a:pt x="3112244" y="4961"/>
                  <a:pt x="3289539" y="248741"/>
                  <a:pt x="3289539" y="549461"/>
                </a:cubicBezTo>
                <a:lnTo>
                  <a:pt x="3289539" y="3657096"/>
                </a:lnTo>
                <a:lnTo>
                  <a:pt x="3298949" y="3657096"/>
                </a:lnTo>
                <a:cubicBezTo>
                  <a:pt x="3360866" y="3657096"/>
                  <a:pt x="3411060" y="3726113"/>
                  <a:pt x="3411060" y="3811249"/>
                </a:cubicBezTo>
                <a:cubicBezTo>
                  <a:pt x="3411060" y="3896384"/>
                  <a:pt x="3360866" y="3965401"/>
                  <a:pt x="3298949" y="3965401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6"/>
          <p:cNvSpPr/>
          <p:nvPr/>
        </p:nvSpPr>
        <p:spPr>
          <a:xfrm rot="10800000">
            <a:off x="9233737" y="4547669"/>
            <a:ext cx="1531655" cy="2154490"/>
          </a:xfrm>
          <a:custGeom>
            <a:avLst/>
            <a:gdLst/>
            <a:ahLst/>
            <a:cxnLst/>
            <a:rect l="l" t="t" r="r" b="b"/>
            <a:pathLst>
              <a:path w="3411060" h="3965401" extrusionOk="0">
                <a:moveTo>
                  <a:pt x="3062139" y="1800201"/>
                </a:moveTo>
                <a:lnTo>
                  <a:pt x="2702139" y="1800201"/>
                </a:lnTo>
                <a:lnTo>
                  <a:pt x="2702139" y="437210"/>
                </a:lnTo>
                <a:cubicBezTo>
                  <a:pt x="2702139" y="337799"/>
                  <a:pt x="2782728" y="257210"/>
                  <a:pt x="2882139" y="257210"/>
                </a:cubicBezTo>
                <a:cubicBezTo>
                  <a:pt x="2981550" y="257210"/>
                  <a:pt x="3062139" y="337799"/>
                  <a:pt x="3062139" y="437210"/>
                </a:cubicBezTo>
                <a:close/>
                <a:moveTo>
                  <a:pt x="686119" y="2160241"/>
                </a:moveTo>
                <a:lnTo>
                  <a:pt x="326119" y="2160241"/>
                </a:lnTo>
                <a:lnTo>
                  <a:pt x="326119" y="432251"/>
                </a:lnTo>
                <a:cubicBezTo>
                  <a:pt x="326119" y="332840"/>
                  <a:pt x="406708" y="252251"/>
                  <a:pt x="506119" y="252251"/>
                </a:cubicBezTo>
                <a:cubicBezTo>
                  <a:pt x="605530" y="252251"/>
                  <a:pt x="686119" y="332840"/>
                  <a:pt x="686119" y="432251"/>
                </a:cubicBezTo>
                <a:close/>
                <a:moveTo>
                  <a:pt x="1873559" y="3168352"/>
                </a:moveTo>
                <a:lnTo>
                  <a:pt x="1513559" y="3168352"/>
                </a:lnTo>
                <a:lnTo>
                  <a:pt x="1513559" y="432248"/>
                </a:lnTo>
                <a:cubicBezTo>
                  <a:pt x="1513559" y="332837"/>
                  <a:pt x="1594148" y="252248"/>
                  <a:pt x="1693559" y="252248"/>
                </a:cubicBezTo>
                <a:cubicBezTo>
                  <a:pt x="1792970" y="252248"/>
                  <a:pt x="1873559" y="332837"/>
                  <a:pt x="1873559" y="432248"/>
                </a:cubicBezTo>
                <a:close/>
                <a:moveTo>
                  <a:pt x="787520" y="3652135"/>
                </a:moveTo>
                <a:lnTo>
                  <a:pt x="787520" y="565496"/>
                </a:lnTo>
                <a:cubicBezTo>
                  <a:pt x="787520" y="360460"/>
                  <a:pt x="666637" y="194246"/>
                  <a:pt x="517520" y="194246"/>
                </a:cubicBezTo>
                <a:cubicBezTo>
                  <a:pt x="368403" y="194246"/>
                  <a:pt x="247520" y="360460"/>
                  <a:pt x="247520" y="565496"/>
                </a:cubicBezTo>
                <a:lnTo>
                  <a:pt x="247520" y="3652135"/>
                </a:lnTo>
                <a:close/>
                <a:moveTo>
                  <a:pt x="1974960" y="3652135"/>
                </a:moveTo>
                <a:lnTo>
                  <a:pt x="1974960" y="565496"/>
                </a:lnTo>
                <a:cubicBezTo>
                  <a:pt x="1974960" y="360460"/>
                  <a:pt x="1854077" y="194246"/>
                  <a:pt x="1704960" y="194246"/>
                </a:cubicBezTo>
                <a:cubicBezTo>
                  <a:pt x="1555843" y="194246"/>
                  <a:pt x="1434960" y="360460"/>
                  <a:pt x="1434960" y="565496"/>
                </a:cubicBezTo>
                <a:lnTo>
                  <a:pt x="1434960" y="3652135"/>
                </a:lnTo>
                <a:close/>
                <a:moveTo>
                  <a:pt x="3163540" y="3657096"/>
                </a:moveTo>
                <a:lnTo>
                  <a:pt x="3163540" y="570457"/>
                </a:lnTo>
                <a:cubicBezTo>
                  <a:pt x="3163540" y="365422"/>
                  <a:pt x="3042657" y="199207"/>
                  <a:pt x="2893540" y="199207"/>
                </a:cubicBezTo>
                <a:cubicBezTo>
                  <a:pt x="2744423" y="199207"/>
                  <a:pt x="2623540" y="365422"/>
                  <a:pt x="2623540" y="570457"/>
                </a:cubicBezTo>
                <a:lnTo>
                  <a:pt x="2623540" y="3657096"/>
                </a:lnTo>
                <a:close/>
                <a:moveTo>
                  <a:pt x="922929" y="3960440"/>
                </a:moveTo>
                <a:lnTo>
                  <a:pt x="112111" y="3960440"/>
                </a:lnTo>
                <a:cubicBezTo>
                  <a:pt x="50194" y="3960440"/>
                  <a:pt x="0" y="3891423"/>
                  <a:pt x="0" y="3806287"/>
                </a:cubicBezTo>
                <a:cubicBezTo>
                  <a:pt x="0" y="3721151"/>
                  <a:pt x="50194" y="3652135"/>
                  <a:pt x="112111" y="3652135"/>
                </a:cubicBezTo>
                <a:lnTo>
                  <a:pt x="121519" y="3652135"/>
                </a:lnTo>
                <a:lnTo>
                  <a:pt x="121519" y="544500"/>
                </a:lnTo>
                <a:cubicBezTo>
                  <a:pt x="121519" y="243780"/>
                  <a:pt x="298814" y="0"/>
                  <a:pt x="517519" y="0"/>
                </a:cubicBezTo>
                <a:cubicBezTo>
                  <a:pt x="736224" y="0"/>
                  <a:pt x="913519" y="243780"/>
                  <a:pt x="913519" y="544500"/>
                </a:cubicBezTo>
                <a:lnTo>
                  <a:pt x="913519" y="3652135"/>
                </a:lnTo>
                <a:lnTo>
                  <a:pt x="922929" y="3652135"/>
                </a:lnTo>
                <a:cubicBezTo>
                  <a:pt x="984846" y="3652135"/>
                  <a:pt x="1035040" y="3721151"/>
                  <a:pt x="1035040" y="3806287"/>
                </a:cubicBezTo>
                <a:cubicBezTo>
                  <a:pt x="1035040" y="3891423"/>
                  <a:pt x="984846" y="3960440"/>
                  <a:pt x="922929" y="3960440"/>
                </a:cubicBezTo>
                <a:close/>
                <a:moveTo>
                  <a:pt x="2110369" y="3960440"/>
                </a:moveTo>
                <a:lnTo>
                  <a:pt x="1299551" y="3960440"/>
                </a:lnTo>
                <a:cubicBezTo>
                  <a:pt x="1237634" y="3960440"/>
                  <a:pt x="1187440" y="3891423"/>
                  <a:pt x="1187440" y="3806287"/>
                </a:cubicBezTo>
                <a:cubicBezTo>
                  <a:pt x="1187440" y="3721151"/>
                  <a:pt x="1237634" y="3652135"/>
                  <a:pt x="1299551" y="3652135"/>
                </a:cubicBezTo>
                <a:lnTo>
                  <a:pt x="1308959" y="3652135"/>
                </a:lnTo>
                <a:lnTo>
                  <a:pt x="1308959" y="544500"/>
                </a:lnTo>
                <a:cubicBezTo>
                  <a:pt x="1308959" y="243780"/>
                  <a:pt x="1486254" y="0"/>
                  <a:pt x="1704959" y="0"/>
                </a:cubicBezTo>
                <a:cubicBezTo>
                  <a:pt x="1923664" y="0"/>
                  <a:pt x="2100959" y="243780"/>
                  <a:pt x="2100959" y="544500"/>
                </a:cubicBezTo>
                <a:lnTo>
                  <a:pt x="2100959" y="3652135"/>
                </a:lnTo>
                <a:lnTo>
                  <a:pt x="2110369" y="3652135"/>
                </a:lnTo>
                <a:cubicBezTo>
                  <a:pt x="2172286" y="3652135"/>
                  <a:pt x="2222480" y="3721151"/>
                  <a:pt x="2222480" y="3806287"/>
                </a:cubicBezTo>
                <a:cubicBezTo>
                  <a:pt x="2222480" y="3891423"/>
                  <a:pt x="2172286" y="3960440"/>
                  <a:pt x="2110369" y="3960440"/>
                </a:cubicBezTo>
                <a:close/>
                <a:moveTo>
                  <a:pt x="3298949" y="3965401"/>
                </a:moveTo>
                <a:lnTo>
                  <a:pt x="2488131" y="3965401"/>
                </a:lnTo>
                <a:cubicBezTo>
                  <a:pt x="2426214" y="3965401"/>
                  <a:pt x="2376020" y="3896384"/>
                  <a:pt x="2376020" y="3811249"/>
                </a:cubicBezTo>
                <a:cubicBezTo>
                  <a:pt x="2376020" y="3726113"/>
                  <a:pt x="2426214" y="3657096"/>
                  <a:pt x="2488131" y="3657096"/>
                </a:cubicBezTo>
                <a:lnTo>
                  <a:pt x="2497539" y="3657096"/>
                </a:lnTo>
                <a:lnTo>
                  <a:pt x="2497539" y="549461"/>
                </a:lnTo>
                <a:cubicBezTo>
                  <a:pt x="2497539" y="248741"/>
                  <a:pt x="2674834" y="4961"/>
                  <a:pt x="2893539" y="4961"/>
                </a:cubicBezTo>
                <a:cubicBezTo>
                  <a:pt x="3112244" y="4961"/>
                  <a:pt x="3289539" y="248741"/>
                  <a:pt x="3289539" y="549461"/>
                </a:cubicBezTo>
                <a:lnTo>
                  <a:pt x="3289539" y="3657096"/>
                </a:lnTo>
                <a:lnTo>
                  <a:pt x="3298949" y="3657096"/>
                </a:lnTo>
                <a:cubicBezTo>
                  <a:pt x="3360866" y="3657096"/>
                  <a:pt x="3411060" y="3726113"/>
                  <a:pt x="3411060" y="3811249"/>
                </a:cubicBezTo>
                <a:cubicBezTo>
                  <a:pt x="3411060" y="3896384"/>
                  <a:pt x="3360866" y="3965401"/>
                  <a:pt x="3298949" y="3965401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6"/>
          <p:cNvSpPr/>
          <p:nvPr/>
        </p:nvSpPr>
        <p:spPr>
          <a:xfrm rot="10800000">
            <a:off x="10856086" y="4557438"/>
            <a:ext cx="998463" cy="2154490"/>
          </a:xfrm>
          <a:custGeom>
            <a:avLst/>
            <a:gdLst/>
            <a:ahLst/>
            <a:cxnLst/>
            <a:rect l="l" t="t" r="r" b="b"/>
            <a:pathLst>
              <a:path w="998463" h="2154490" extrusionOk="0">
                <a:moveTo>
                  <a:pt x="841789" y="978089"/>
                </a:moveTo>
                <a:lnTo>
                  <a:pt x="680139" y="978089"/>
                </a:lnTo>
                <a:lnTo>
                  <a:pt x="680139" y="237546"/>
                </a:lnTo>
                <a:cubicBezTo>
                  <a:pt x="680139" y="183534"/>
                  <a:pt x="716326" y="139748"/>
                  <a:pt x="760964" y="139748"/>
                </a:cubicBezTo>
                <a:cubicBezTo>
                  <a:pt x="805602" y="139748"/>
                  <a:pt x="841789" y="183534"/>
                  <a:pt x="841789" y="237546"/>
                </a:cubicBezTo>
                <a:close/>
                <a:moveTo>
                  <a:pt x="308085" y="1721436"/>
                </a:moveTo>
                <a:lnTo>
                  <a:pt x="146436" y="1721436"/>
                </a:lnTo>
                <a:lnTo>
                  <a:pt x="146436" y="234850"/>
                </a:lnTo>
                <a:cubicBezTo>
                  <a:pt x="146436" y="180838"/>
                  <a:pt x="182622" y="137052"/>
                  <a:pt x="227260" y="137052"/>
                </a:cubicBezTo>
                <a:cubicBezTo>
                  <a:pt x="271898" y="137052"/>
                  <a:pt x="308085" y="180838"/>
                  <a:pt x="308085" y="234850"/>
                </a:cubicBezTo>
                <a:close/>
                <a:moveTo>
                  <a:pt x="353617" y="1984286"/>
                </a:moveTo>
                <a:lnTo>
                  <a:pt x="353617" y="307247"/>
                </a:lnTo>
                <a:cubicBezTo>
                  <a:pt x="353617" y="195846"/>
                  <a:pt x="299337" y="105538"/>
                  <a:pt x="232380" y="105538"/>
                </a:cubicBezTo>
                <a:cubicBezTo>
                  <a:pt x="165422" y="105538"/>
                  <a:pt x="111143" y="195846"/>
                  <a:pt x="111143" y="307247"/>
                </a:cubicBezTo>
                <a:lnTo>
                  <a:pt x="111143" y="1984286"/>
                </a:lnTo>
                <a:close/>
                <a:moveTo>
                  <a:pt x="887320" y="1986981"/>
                </a:moveTo>
                <a:lnTo>
                  <a:pt x="887320" y="309942"/>
                </a:lnTo>
                <a:cubicBezTo>
                  <a:pt x="887320" y="198542"/>
                  <a:pt x="833041" y="108234"/>
                  <a:pt x="766083" y="108234"/>
                </a:cubicBezTo>
                <a:cubicBezTo>
                  <a:pt x="699126" y="108234"/>
                  <a:pt x="644846" y="198542"/>
                  <a:pt x="644846" y="309942"/>
                </a:cubicBezTo>
                <a:lnTo>
                  <a:pt x="644846" y="1986981"/>
                </a:lnTo>
                <a:close/>
                <a:moveTo>
                  <a:pt x="414419" y="2151795"/>
                </a:moveTo>
                <a:lnTo>
                  <a:pt x="50341" y="2151795"/>
                </a:lnTo>
                <a:cubicBezTo>
                  <a:pt x="22538" y="2151795"/>
                  <a:pt x="0" y="2114296"/>
                  <a:pt x="0" y="2068040"/>
                </a:cubicBezTo>
                <a:cubicBezTo>
                  <a:pt x="0" y="2021784"/>
                  <a:pt x="22538" y="1984286"/>
                  <a:pt x="50341" y="1984286"/>
                </a:cubicBezTo>
                <a:lnTo>
                  <a:pt x="54565" y="1984286"/>
                </a:lnTo>
                <a:lnTo>
                  <a:pt x="54565" y="295839"/>
                </a:lnTo>
                <a:cubicBezTo>
                  <a:pt x="54565" y="132451"/>
                  <a:pt x="134175" y="0"/>
                  <a:pt x="232379" y="0"/>
                </a:cubicBezTo>
                <a:cubicBezTo>
                  <a:pt x="330584" y="0"/>
                  <a:pt x="410194" y="132451"/>
                  <a:pt x="410194" y="295839"/>
                </a:cubicBezTo>
                <a:lnTo>
                  <a:pt x="410194" y="1984286"/>
                </a:lnTo>
                <a:lnTo>
                  <a:pt x="414419" y="1984286"/>
                </a:lnTo>
                <a:cubicBezTo>
                  <a:pt x="442221" y="1984286"/>
                  <a:pt x="464760" y="2021784"/>
                  <a:pt x="464760" y="2068040"/>
                </a:cubicBezTo>
                <a:cubicBezTo>
                  <a:pt x="464760" y="2114296"/>
                  <a:pt x="442221" y="2151795"/>
                  <a:pt x="414419" y="2151795"/>
                </a:cubicBezTo>
                <a:close/>
                <a:moveTo>
                  <a:pt x="948122" y="2154490"/>
                </a:moveTo>
                <a:lnTo>
                  <a:pt x="584044" y="2154490"/>
                </a:lnTo>
                <a:cubicBezTo>
                  <a:pt x="556242" y="2154490"/>
                  <a:pt x="533703" y="2116992"/>
                  <a:pt x="533703" y="2070736"/>
                </a:cubicBezTo>
                <a:cubicBezTo>
                  <a:pt x="533703" y="2024480"/>
                  <a:pt x="556242" y="1986981"/>
                  <a:pt x="584044" y="1986981"/>
                </a:cubicBezTo>
                <a:lnTo>
                  <a:pt x="588268" y="1986981"/>
                </a:lnTo>
                <a:lnTo>
                  <a:pt x="588268" y="298535"/>
                </a:lnTo>
                <a:cubicBezTo>
                  <a:pt x="588268" y="135147"/>
                  <a:pt x="667878" y="2696"/>
                  <a:pt x="766083" y="2696"/>
                </a:cubicBezTo>
                <a:cubicBezTo>
                  <a:pt x="864287" y="2696"/>
                  <a:pt x="943897" y="135147"/>
                  <a:pt x="943897" y="298535"/>
                </a:cubicBezTo>
                <a:lnTo>
                  <a:pt x="943897" y="1986981"/>
                </a:lnTo>
                <a:lnTo>
                  <a:pt x="948122" y="1986981"/>
                </a:lnTo>
                <a:cubicBezTo>
                  <a:pt x="975925" y="1986981"/>
                  <a:pt x="998463" y="2024480"/>
                  <a:pt x="998463" y="2070736"/>
                </a:cubicBezTo>
                <a:cubicBezTo>
                  <a:pt x="998463" y="2116992"/>
                  <a:pt x="975925" y="2154490"/>
                  <a:pt x="948122" y="215449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6"/>
          <p:cNvSpPr/>
          <p:nvPr/>
        </p:nvSpPr>
        <p:spPr>
          <a:xfrm>
            <a:off x="4834532" y="0"/>
            <a:ext cx="7357467" cy="6858000"/>
          </a:xfrm>
          <a:prstGeom prst="rect">
            <a:avLst/>
          </a:prstGeom>
          <a:gradFill>
            <a:gsLst>
              <a:gs pos="0">
                <a:srgbClr val="D8D8D8"/>
              </a:gs>
              <a:gs pos="52999">
                <a:srgbClr val="F3F3F3">
                  <a:alpha val="49019"/>
                </a:srgbClr>
              </a:gs>
              <a:gs pos="100000">
                <a:srgbClr val="E5E5E5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 Layout">
  <p:cSld name="1_Agenda Layou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7"/>
          <p:cNvSpPr/>
          <p:nvPr/>
        </p:nvSpPr>
        <p:spPr>
          <a:xfrm>
            <a:off x="9807276" y="0"/>
            <a:ext cx="2384725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7"/>
          <p:cNvSpPr/>
          <p:nvPr/>
        </p:nvSpPr>
        <p:spPr>
          <a:xfrm>
            <a:off x="7953731" y="1576695"/>
            <a:ext cx="3686283" cy="4466486"/>
          </a:xfrm>
          <a:custGeom>
            <a:avLst/>
            <a:gdLst/>
            <a:ahLst/>
            <a:cxnLst/>
            <a:rect l="l" t="t" r="r" b="b"/>
            <a:pathLst>
              <a:path w="3686283" h="4466486" extrusionOk="0">
                <a:moveTo>
                  <a:pt x="2600325" y="147528"/>
                </a:moveTo>
                <a:cubicBezTo>
                  <a:pt x="2647950" y="184676"/>
                  <a:pt x="2687955" y="226586"/>
                  <a:pt x="2730818" y="275163"/>
                </a:cubicBezTo>
                <a:cubicBezTo>
                  <a:pt x="2725103" y="205631"/>
                  <a:pt x="2662238" y="146576"/>
                  <a:pt x="2600325" y="147528"/>
                </a:cubicBezTo>
                <a:close/>
                <a:moveTo>
                  <a:pt x="1847850" y="10"/>
                </a:moveTo>
                <a:cubicBezTo>
                  <a:pt x="1903095" y="-347"/>
                  <a:pt x="1958340" y="8940"/>
                  <a:pt x="2013585" y="28466"/>
                </a:cubicBezTo>
                <a:cubicBezTo>
                  <a:pt x="2102168" y="59898"/>
                  <a:pt x="2193608" y="69423"/>
                  <a:pt x="2286000" y="58946"/>
                </a:cubicBezTo>
                <a:cubicBezTo>
                  <a:pt x="2377440" y="48468"/>
                  <a:pt x="2461260" y="67518"/>
                  <a:pt x="2541270" y="109428"/>
                </a:cubicBezTo>
                <a:cubicBezTo>
                  <a:pt x="2551748" y="115143"/>
                  <a:pt x="2562225" y="119906"/>
                  <a:pt x="2574608" y="121811"/>
                </a:cubicBezTo>
                <a:cubicBezTo>
                  <a:pt x="2644140" y="127526"/>
                  <a:pt x="2706053" y="147528"/>
                  <a:pt x="2751773" y="214203"/>
                </a:cubicBezTo>
                <a:cubicBezTo>
                  <a:pt x="2732723" y="109428"/>
                  <a:pt x="2665095" y="61803"/>
                  <a:pt x="2498408" y="34181"/>
                </a:cubicBezTo>
                <a:cubicBezTo>
                  <a:pt x="2509838" y="33228"/>
                  <a:pt x="2514600" y="32276"/>
                  <a:pt x="2518410" y="32276"/>
                </a:cubicBezTo>
                <a:cubicBezTo>
                  <a:pt x="2686050" y="23703"/>
                  <a:pt x="2806065" y="129431"/>
                  <a:pt x="2828925" y="302786"/>
                </a:cubicBezTo>
                <a:cubicBezTo>
                  <a:pt x="2831783" y="325646"/>
                  <a:pt x="2834640" y="348506"/>
                  <a:pt x="2837498" y="374223"/>
                </a:cubicBezTo>
                <a:cubicBezTo>
                  <a:pt x="2922270" y="277068"/>
                  <a:pt x="3033713" y="245636"/>
                  <a:pt x="3133725" y="293261"/>
                </a:cubicBezTo>
                <a:cubicBezTo>
                  <a:pt x="3108008" y="293261"/>
                  <a:pt x="3088958" y="293261"/>
                  <a:pt x="3069908" y="293261"/>
                </a:cubicBezTo>
                <a:cubicBezTo>
                  <a:pt x="3036570" y="293261"/>
                  <a:pt x="3004185" y="297071"/>
                  <a:pt x="2973705" y="308501"/>
                </a:cubicBezTo>
                <a:cubicBezTo>
                  <a:pt x="2945130" y="319931"/>
                  <a:pt x="2922270" y="338028"/>
                  <a:pt x="2908935" y="366603"/>
                </a:cubicBezTo>
                <a:cubicBezTo>
                  <a:pt x="2901315" y="382796"/>
                  <a:pt x="2905125" y="392321"/>
                  <a:pt x="2924175" y="396131"/>
                </a:cubicBezTo>
                <a:cubicBezTo>
                  <a:pt x="2941320" y="398988"/>
                  <a:pt x="2956560" y="397083"/>
                  <a:pt x="2972753" y="388511"/>
                </a:cubicBezTo>
                <a:cubicBezTo>
                  <a:pt x="3023235" y="360888"/>
                  <a:pt x="3077528" y="357078"/>
                  <a:pt x="3132773" y="368508"/>
                </a:cubicBezTo>
                <a:cubicBezTo>
                  <a:pt x="3086100" y="373271"/>
                  <a:pt x="3039428" y="375176"/>
                  <a:pt x="2998470" y="405656"/>
                </a:cubicBezTo>
                <a:cubicBezTo>
                  <a:pt x="3026093" y="408513"/>
                  <a:pt x="3052763" y="407561"/>
                  <a:pt x="3079433" y="414228"/>
                </a:cubicBezTo>
                <a:cubicBezTo>
                  <a:pt x="3105150" y="419943"/>
                  <a:pt x="3131820" y="426611"/>
                  <a:pt x="3160395" y="445661"/>
                </a:cubicBezTo>
                <a:cubicBezTo>
                  <a:pt x="3129915" y="441851"/>
                  <a:pt x="3108008" y="428516"/>
                  <a:pt x="3083243" y="435183"/>
                </a:cubicBezTo>
                <a:cubicBezTo>
                  <a:pt x="3128010" y="446613"/>
                  <a:pt x="3171825" y="458996"/>
                  <a:pt x="3215640" y="491381"/>
                </a:cubicBezTo>
                <a:cubicBezTo>
                  <a:pt x="3190875" y="488523"/>
                  <a:pt x="3176588" y="474236"/>
                  <a:pt x="3157538" y="476141"/>
                </a:cubicBezTo>
                <a:cubicBezTo>
                  <a:pt x="3159443" y="486618"/>
                  <a:pt x="3168015" y="489476"/>
                  <a:pt x="3173730" y="494238"/>
                </a:cubicBezTo>
                <a:cubicBezTo>
                  <a:pt x="3238500" y="545673"/>
                  <a:pt x="3286125" y="610443"/>
                  <a:pt x="3308033" y="689501"/>
                </a:cubicBezTo>
                <a:cubicBezTo>
                  <a:pt x="3324225" y="748556"/>
                  <a:pt x="3350895" y="796181"/>
                  <a:pt x="3393758" y="842853"/>
                </a:cubicBezTo>
                <a:cubicBezTo>
                  <a:pt x="3493770" y="953343"/>
                  <a:pt x="3506153" y="1087646"/>
                  <a:pt x="3467100" y="1227663"/>
                </a:cubicBezTo>
                <a:cubicBezTo>
                  <a:pt x="3458528" y="1258143"/>
                  <a:pt x="3463290" y="1279098"/>
                  <a:pt x="3483293" y="1302911"/>
                </a:cubicBezTo>
                <a:cubicBezTo>
                  <a:pt x="3549015" y="1381968"/>
                  <a:pt x="3601403" y="1465788"/>
                  <a:pt x="3605213" y="1573421"/>
                </a:cubicBezTo>
                <a:cubicBezTo>
                  <a:pt x="3608070" y="1660098"/>
                  <a:pt x="3608070" y="1745823"/>
                  <a:pt x="3558540" y="1822976"/>
                </a:cubicBezTo>
                <a:cubicBezTo>
                  <a:pt x="3539490" y="1852503"/>
                  <a:pt x="3529965" y="1885841"/>
                  <a:pt x="3527108" y="1921083"/>
                </a:cubicBezTo>
                <a:cubicBezTo>
                  <a:pt x="3524250" y="1953468"/>
                  <a:pt x="3530918" y="1982043"/>
                  <a:pt x="3553778" y="2005856"/>
                </a:cubicBezTo>
                <a:cubicBezTo>
                  <a:pt x="3572828" y="2024906"/>
                  <a:pt x="3595688" y="2030621"/>
                  <a:pt x="3622358" y="2024906"/>
                </a:cubicBezTo>
                <a:cubicBezTo>
                  <a:pt x="3649028" y="2019191"/>
                  <a:pt x="3662363" y="2001093"/>
                  <a:pt x="3668078" y="1975376"/>
                </a:cubicBezTo>
                <a:cubicBezTo>
                  <a:pt x="3669983" y="1965851"/>
                  <a:pt x="3671888" y="1956326"/>
                  <a:pt x="3673793" y="1944896"/>
                </a:cubicBezTo>
                <a:cubicBezTo>
                  <a:pt x="3698558" y="1998236"/>
                  <a:pt x="3686175" y="2063958"/>
                  <a:pt x="3639503" y="2080151"/>
                </a:cubicBezTo>
                <a:cubicBezTo>
                  <a:pt x="3592830" y="2096343"/>
                  <a:pt x="3582353" y="2117298"/>
                  <a:pt x="3585210" y="2164923"/>
                </a:cubicBezTo>
                <a:cubicBezTo>
                  <a:pt x="3588068" y="2226836"/>
                  <a:pt x="3544253" y="2273508"/>
                  <a:pt x="3498533" y="2310656"/>
                </a:cubicBezTo>
                <a:cubicBezTo>
                  <a:pt x="3466148" y="2337326"/>
                  <a:pt x="3451860" y="2368758"/>
                  <a:pt x="3452813" y="2408764"/>
                </a:cubicBezTo>
                <a:cubicBezTo>
                  <a:pt x="3452813" y="2425908"/>
                  <a:pt x="3455670" y="2442101"/>
                  <a:pt x="3448050" y="2458293"/>
                </a:cubicBezTo>
                <a:cubicBezTo>
                  <a:pt x="3397568" y="2577356"/>
                  <a:pt x="3317558" y="2657366"/>
                  <a:pt x="3183255" y="2671654"/>
                </a:cubicBezTo>
                <a:cubicBezTo>
                  <a:pt x="3115628" y="2678321"/>
                  <a:pt x="3066098" y="2735471"/>
                  <a:pt x="3066098" y="2803098"/>
                </a:cubicBezTo>
                <a:cubicBezTo>
                  <a:pt x="3066098" y="2828816"/>
                  <a:pt x="3067050" y="2854533"/>
                  <a:pt x="3066098" y="2880251"/>
                </a:cubicBezTo>
                <a:cubicBezTo>
                  <a:pt x="3064193" y="2925971"/>
                  <a:pt x="3056573" y="2970739"/>
                  <a:pt x="3031808" y="3010743"/>
                </a:cubicBezTo>
                <a:cubicBezTo>
                  <a:pt x="3012758" y="3042176"/>
                  <a:pt x="2987993" y="3064083"/>
                  <a:pt x="2946083" y="3070751"/>
                </a:cubicBezTo>
                <a:cubicBezTo>
                  <a:pt x="3017520" y="2962166"/>
                  <a:pt x="3022283" y="2946926"/>
                  <a:pt x="2998470" y="2908826"/>
                </a:cubicBezTo>
                <a:cubicBezTo>
                  <a:pt x="3002280" y="3000266"/>
                  <a:pt x="2945130" y="3079323"/>
                  <a:pt x="2875598" y="3078371"/>
                </a:cubicBezTo>
                <a:cubicBezTo>
                  <a:pt x="2962275" y="3022173"/>
                  <a:pt x="2990850" y="2963118"/>
                  <a:pt x="2957513" y="2907873"/>
                </a:cubicBezTo>
                <a:cubicBezTo>
                  <a:pt x="2949893" y="2994551"/>
                  <a:pt x="2906078" y="3051701"/>
                  <a:pt x="2829878" y="3063131"/>
                </a:cubicBezTo>
                <a:cubicBezTo>
                  <a:pt x="2885123" y="3033604"/>
                  <a:pt x="2924175" y="3001218"/>
                  <a:pt x="2926080" y="2949783"/>
                </a:cubicBezTo>
                <a:cubicBezTo>
                  <a:pt x="2889885" y="2981216"/>
                  <a:pt x="2850833" y="3014554"/>
                  <a:pt x="2812733" y="3049796"/>
                </a:cubicBezTo>
                <a:cubicBezTo>
                  <a:pt x="2730818" y="3125996"/>
                  <a:pt x="2642235" y="3190766"/>
                  <a:pt x="2533650" y="3226008"/>
                </a:cubicBezTo>
                <a:cubicBezTo>
                  <a:pt x="2469833" y="3246011"/>
                  <a:pt x="2405063" y="3258393"/>
                  <a:pt x="2338388" y="3264108"/>
                </a:cubicBezTo>
                <a:cubicBezTo>
                  <a:pt x="2262188" y="3270776"/>
                  <a:pt x="2216468" y="3321258"/>
                  <a:pt x="2214563" y="3397458"/>
                </a:cubicBezTo>
                <a:cubicBezTo>
                  <a:pt x="2214563" y="3415556"/>
                  <a:pt x="2213610" y="3433654"/>
                  <a:pt x="2216468" y="3450798"/>
                </a:cubicBezTo>
                <a:cubicBezTo>
                  <a:pt x="2251710" y="3634631"/>
                  <a:pt x="2308860" y="3811796"/>
                  <a:pt x="2396490" y="3977531"/>
                </a:cubicBezTo>
                <a:cubicBezTo>
                  <a:pt x="2452688" y="4084211"/>
                  <a:pt x="2516505" y="4187081"/>
                  <a:pt x="2577465" y="4291856"/>
                </a:cubicBezTo>
                <a:cubicBezTo>
                  <a:pt x="2599373" y="4329956"/>
                  <a:pt x="2598420" y="4330909"/>
                  <a:pt x="2556510" y="4342339"/>
                </a:cubicBezTo>
                <a:cubicBezTo>
                  <a:pt x="2265045" y="4418539"/>
                  <a:pt x="1966913" y="4454734"/>
                  <a:pt x="1666875" y="4464259"/>
                </a:cubicBezTo>
                <a:cubicBezTo>
                  <a:pt x="1540193" y="4468068"/>
                  <a:pt x="1413510" y="4467116"/>
                  <a:pt x="1286828" y="4460449"/>
                </a:cubicBezTo>
                <a:cubicBezTo>
                  <a:pt x="1104900" y="4449971"/>
                  <a:pt x="923925" y="4429016"/>
                  <a:pt x="743903" y="4396631"/>
                </a:cubicBezTo>
                <a:cubicBezTo>
                  <a:pt x="717233" y="4391868"/>
                  <a:pt x="709613" y="4382343"/>
                  <a:pt x="716280" y="4354721"/>
                </a:cubicBezTo>
                <a:cubicBezTo>
                  <a:pt x="762000" y="4173746"/>
                  <a:pt x="795338" y="3990866"/>
                  <a:pt x="808673" y="3804176"/>
                </a:cubicBezTo>
                <a:cubicBezTo>
                  <a:pt x="816293" y="3688923"/>
                  <a:pt x="805815" y="3576529"/>
                  <a:pt x="759143" y="3469848"/>
                </a:cubicBezTo>
                <a:cubicBezTo>
                  <a:pt x="726758" y="3397458"/>
                  <a:pt x="679133" y="3335546"/>
                  <a:pt x="602933" y="3306018"/>
                </a:cubicBezTo>
                <a:cubicBezTo>
                  <a:pt x="501968" y="3266014"/>
                  <a:pt x="401003" y="3225056"/>
                  <a:pt x="296228" y="3193623"/>
                </a:cubicBezTo>
                <a:cubicBezTo>
                  <a:pt x="255270" y="3181241"/>
                  <a:pt x="216218" y="3164096"/>
                  <a:pt x="180023" y="3141236"/>
                </a:cubicBezTo>
                <a:cubicBezTo>
                  <a:pt x="65723" y="3068846"/>
                  <a:pt x="29528" y="2966929"/>
                  <a:pt x="73343" y="2839293"/>
                </a:cubicBezTo>
                <a:cubicBezTo>
                  <a:pt x="93345" y="2780239"/>
                  <a:pt x="99060" y="2724041"/>
                  <a:pt x="70485" y="2664033"/>
                </a:cubicBezTo>
                <a:cubicBezTo>
                  <a:pt x="44768" y="2610693"/>
                  <a:pt x="49530" y="2555448"/>
                  <a:pt x="89535" y="2507823"/>
                </a:cubicBezTo>
                <a:cubicBezTo>
                  <a:pt x="100013" y="2495441"/>
                  <a:pt x="96203" y="2487821"/>
                  <a:pt x="87630" y="2477343"/>
                </a:cubicBezTo>
                <a:cubicBezTo>
                  <a:pt x="44768" y="2424956"/>
                  <a:pt x="39053" y="2366853"/>
                  <a:pt x="65723" y="2304941"/>
                </a:cubicBezTo>
                <a:cubicBezTo>
                  <a:pt x="73343" y="2287796"/>
                  <a:pt x="79058" y="2269698"/>
                  <a:pt x="82868" y="2251601"/>
                </a:cubicBezTo>
                <a:cubicBezTo>
                  <a:pt x="93345" y="2200166"/>
                  <a:pt x="89535" y="2153494"/>
                  <a:pt x="42863" y="2117298"/>
                </a:cubicBezTo>
                <a:cubicBezTo>
                  <a:pt x="22860" y="2104916"/>
                  <a:pt x="11430" y="2080151"/>
                  <a:pt x="0" y="2055386"/>
                </a:cubicBezTo>
                <a:cubicBezTo>
                  <a:pt x="0" y="2035383"/>
                  <a:pt x="0" y="2015381"/>
                  <a:pt x="0" y="1996331"/>
                </a:cubicBezTo>
                <a:cubicBezTo>
                  <a:pt x="26670" y="1941086"/>
                  <a:pt x="67628" y="1899176"/>
                  <a:pt x="120968" y="1869648"/>
                </a:cubicBezTo>
                <a:cubicBezTo>
                  <a:pt x="178118" y="1838216"/>
                  <a:pt x="217170" y="1791543"/>
                  <a:pt x="242888" y="1732488"/>
                </a:cubicBezTo>
                <a:cubicBezTo>
                  <a:pt x="276225" y="1656288"/>
                  <a:pt x="282893" y="1575326"/>
                  <a:pt x="277178" y="1493411"/>
                </a:cubicBezTo>
                <a:cubicBezTo>
                  <a:pt x="272415" y="1426736"/>
                  <a:pt x="272415" y="1361013"/>
                  <a:pt x="278130" y="1294338"/>
                </a:cubicBezTo>
                <a:cubicBezTo>
                  <a:pt x="286227" y="1199088"/>
                  <a:pt x="303134" y="1106696"/>
                  <a:pt x="330756" y="1017756"/>
                </a:cubicBezTo>
                <a:lnTo>
                  <a:pt x="345094" y="980044"/>
                </a:lnTo>
                <a:lnTo>
                  <a:pt x="355181" y="982080"/>
                </a:lnTo>
                <a:cubicBezTo>
                  <a:pt x="471371" y="982080"/>
                  <a:pt x="565561" y="887890"/>
                  <a:pt x="565561" y="771700"/>
                </a:cubicBezTo>
                <a:cubicBezTo>
                  <a:pt x="565561" y="742653"/>
                  <a:pt x="559674" y="714980"/>
                  <a:pt x="549028" y="689811"/>
                </a:cubicBezTo>
                <a:lnTo>
                  <a:pt x="505749" y="625619"/>
                </a:lnTo>
                <a:lnTo>
                  <a:pt x="523161" y="631024"/>
                </a:lnTo>
                <a:cubicBezTo>
                  <a:pt x="536856" y="633826"/>
                  <a:pt x="551036" y="635298"/>
                  <a:pt x="565560" y="635298"/>
                </a:cubicBezTo>
                <a:cubicBezTo>
                  <a:pt x="652703" y="635298"/>
                  <a:pt x="727470" y="582316"/>
                  <a:pt x="759407" y="506808"/>
                </a:cubicBezTo>
                <a:lnTo>
                  <a:pt x="766522" y="483889"/>
                </a:lnTo>
                <a:lnTo>
                  <a:pt x="806340" y="496250"/>
                </a:lnTo>
                <a:cubicBezTo>
                  <a:pt x="825971" y="500267"/>
                  <a:pt x="846296" y="502376"/>
                  <a:pt x="867114" y="502376"/>
                </a:cubicBezTo>
                <a:cubicBezTo>
                  <a:pt x="1033658" y="502376"/>
                  <a:pt x="1168668" y="367366"/>
                  <a:pt x="1168668" y="200822"/>
                </a:cubicBezTo>
                <a:cubicBezTo>
                  <a:pt x="1168668" y="159186"/>
                  <a:pt x="1160230" y="119521"/>
                  <a:pt x="1144970" y="83444"/>
                </a:cubicBezTo>
                <a:lnTo>
                  <a:pt x="1123627" y="44121"/>
                </a:lnTo>
                <a:lnTo>
                  <a:pt x="1144905" y="31323"/>
                </a:lnTo>
                <a:cubicBezTo>
                  <a:pt x="1151573" y="28466"/>
                  <a:pt x="1163955" y="20846"/>
                  <a:pt x="1165860" y="26561"/>
                </a:cubicBezTo>
                <a:cubicBezTo>
                  <a:pt x="1173480" y="47516"/>
                  <a:pt x="1186815" y="34181"/>
                  <a:pt x="1196340" y="32276"/>
                </a:cubicBezTo>
                <a:cubicBezTo>
                  <a:pt x="1230630" y="25608"/>
                  <a:pt x="1263015" y="7511"/>
                  <a:pt x="1301115" y="5606"/>
                </a:cubicBezTo>
                <a:cubicBezTo>
                  <a:pt x="1297305" y="17036"/>
                  <a:pt x="1281113" y="14178"/>
                  <a:pt x="1280160" y="28466"/>
                </a:cubicBezTo>
                <a:cubicBezTo>
                  <a:pt x="1322070" y="37038"/>
                  <a:pt x="1360170" y="13226"/>
                  <a:pt x="1403033" y="17036"/>
                </a:cubicBezTo>
                <a:cubicBezTo>
                  <a:pt x="1394460" y="30371"/>
                  <a:pt x="1376363" y="24656"/>
                  <a:pt x="1370648" y="37991"/>
                </a:cubicBezTo>
                <a:cubicBezTo>
                  <a:pt x="1373505" y="39896"/>
                  <a:pt x="1375410" y="41801"/>
                  <a:pt x="1378268" y="42753"/>
                </a:cubicBezTo>
                <a:cubicBezTo>
                  <a:pt x="1385888" y="44658"/>
                  <a:pt x="1393508" y="46563"/>
                  <a:pt x="1401128" y="48468"/>
                </a:cubicBezTo>
                <a:cubicBezTo>
                  <a:pt x="1496378" y="69423"/>
                  <a:pt x="1589723" y="61803"/>
                  <a:pt x="1682115" y="29418"/>
                </a:cubicBezTo>
                <a:cubicBezTo>
                  <a:pt x="1737360" y="10368"/>
                  <a:pt x="1792605" y="367"/>
                  <a:pt x="1847850" y="1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37"/>
          <p:cNvGrpSpPr/>
          <p:nvPr/>
        </p:nvGrpSpPr>
        <p:grpSpPr>
          <a:xfrm flipH="1">
            <a:off x="7552919" y="1082951"/>
            <a:ext cx="1359101" cy="1355808"/>
            <a:chOff x="2659596" y="1543234"/>
            <a:chExt cx="1135890" cy="1133138"/>
          </a:xfrm>
        </p:grpSpPr>
        <p:sp>
          <p:nvSpPr>
            <p:cNvPr id="106" name="Google Shape;106;p37"/>
            <p:cNvSpPr/>
            <p:nvPr/>
          </p:nvSpPr>
          <p:spPr>
            <a:xfrm>
              <a:off x="2659596" y="1806964"/>
              <a:ext cx="504056" cy="504056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7"/>
            <p:cNvSpPr/>
            <p:nvPr/>
          </p:nvSpPr>
          <p:spPr>
            <a:xfrm>
              <a:off x="3115668" y="2324716"/>
              <a:ext cx="351656" cy="351656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7"/>
            <p:cNvSpPr/>
            <p:nvPr/>
          </p:nvSpPr>
          <p:spPr>
            <a:xfrm>
              <a:off x="2911624" y="2049884"/>
              <a:ext cx="351656" cy="351656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7"/>
            <p:cNvSpPr/>
            <p:nvPr/>
          </p:nvSpPr>
          <p:spPr>
            <a:xfrm>
              <a:off x="3319116" y="2042298"/>
              <a:ext cx="296416" cy="296416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7"/>
            <p:cNvSpPr/>
            <p:nvPr/>
          </p:nvSpPr>
          <p:spPr>
            <a:xfrm>
              <a:off x="3195562" y="1851902"/>
              <a:ext cx="204044" cy="204044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7"/>
            <p:cNvSpPr/>
            <p:nvPr/>
          </p:nvSpPr>
          <p:spPr>
            <a:xfrm>
              <a:off x="3507798" y="1889875"/>
              <a:ext cx="128098" cy="128098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7"/>
            <p:cNvSpPr/>
            <p:nvPr/>
          </p:nvSpPr>
          <p:spPr>
            <a:xfrm>
              <a:off x="3330270" y="1543234"/>
              <a:ext cx="263730" cy="26373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7"/>
            <p:cNvSpPr/>
            <p:nvPr/>
          </p:nvSpPr>
          <p:spPr>
            <a:xfrm>
              <a:off x="3517387" y="1545450"/>
              <a:ext cx="153226" cy="153226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7"/>
            <p:cNvSpPr/>
            <p:nvPr/>
          </p:nvSpPr>
          <p:spPr>
            <a:xfrm>
              <a:off x="3731437" y="1843075"/>
              <a:ext cx="64049" cy="64049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7"/>
            <p:cNvSpPr/>
            <p:nvPr/>
          </p:nvSpPr>
          <p:spPr>
            <a:xfrm>
              <a:off x="2680891" y="1816108"/>
              <a:ext cx="128098" cy="128098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37"/>
          <p:cNvSpPr/>
          <p:nvPr/>
        </p:nvSpPr>
        <p:spPr>
          <a:xfrm>
            <a:off x="1" y="0"/>
            <a:ext cx="1242341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37"/>
          <p:cNvCxnSpPr/>
          <p:nvPr/>
        </p:nvCxnSpPr>
        <p:spPr>
          <a:xfrm>
            <a:off x="1308208" y="0"/>
            <a:ext cx="0" cy="6858000"/>
          </a:xfrm>
          <a:prstGeom prst="straightConnector1">
            <a:avLst/>
          </a:prstGeom>
          <a:noFill/>
          <a:ln w="63500" cap="flat" cmpd="sng">
            <a:solidFill>
              <a:srgbClr val="57687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8" name="Google Shape;118;p37"/>
          <p:cNvSpPr txBox="1">
            <a:spLocks noGrp="1"/>
          </p:cNvSpPr>
          <p:nvPr>
            <p:ph type="body" idx="1"/>
          </p:nvPr>
        </p:nvSpPr>
        <p:spPr>
          <a:xfrm>
            <a:off x="2005084" y="339509"/>
            <a:ext cx="6881455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37"/>
          <p:cNvSpPr/>
          <p:nvPr/>
        </p:nvSpPr>
        <p:spPr>
          <a:xfrm rot="8369018">
            <a:off x="8701080" y="2510678"/>
            <a:ext cx="651757" cy="657965"/>
          </a:xfrm>
          <a:custGeom>
            <a:avLst/>
            <a:gdLst/>
            <a:ahLst/>
            <a:cxnLst/>
            <a:rect l="l" t="t" r="r" b="b"/>
            <a:pathLst>
              <a:path w="4411086" h="4453092" extrusionOk="0">
                <a:moveTo>
                  <a:pt x="3095887" y="1153910"/>
                </a:moveTo>
                <a:cubicBezTo>
                  <a:pt x="3119009" y="1174647"/>
                  <a:pt x="3146597" y="1191685"/>
                  <a:pt x="3177861" y="1203446"/>
                </a:cubicBezTo>
                <a:cubicBezTo>
                  <a:pt x="3302917" y="1250492"/>
                  <a:pt x="3439398" y="1195315"/>
                  <a:pt x="3482703" y="1080205"/>
                </a:cubicBezTo>
                <a:cubicBezTo>
                  <a:pt x="3526008" y="965093"/>
                  <a:pt x="3459737" y="833641"/>
                  <a:pt x="3334683" y="786595"/>
                </a:cubicBezTo>
                <a:cubicBezTo>
                  <a:pt x="3209628" y="739549"/>
                  <a:pt x="3073147" y="794724"/>
                  <a:pt x="3029841" y="909836"/>
                </a:cubicBezTo>
                <a:cubicBezTo>
                  <a:pt x="2997363" y="996169"/>
                  <a:pt x="3026521" y="1091695"/>
                  <a:pt x="3095887" y="1153910"/>
                </a:cubicBezTo>
                <a:close/>
                <a:moveTo>
                  <a:pt x="3521423" y="1860548"/>
                </a:moveTo>
                <a:cubicBezTo>
                  <a:pt x="3544546" y="1881285"/>
                  <a:pt x="3572135" y="1898322"/>
                  <a:pt x="3603399" y="1910084"/>
                </a:cubicBezTo>
                <a:cubicBezTo>
                  <a:pt x="3728453" y="1957130"/>
                  <a:pt x="3864935" y="1901953"/>
                  <a:pt x="3908240" y="1786842"/>
                </a:cubicBezTo>
                <a:cubicBezTo>
                  <a:pt x="3951546" y="1671732"/>
                  <a:pt x="3885275" y="1540278"/>
                  <a:pt x="3760220" y="1493232"/>
                </a:cubicBezTo>
                <a:cubicBezTo>
                  <a:pt x="3635166" y="1446186"/>
                  <a:pt x="3498684" y="1501363"/>
                  <a:pt x="3455379" y="1616474"/>
                </a:cubicBezTo>
                <a:cubicBezTo>
                  <a:pt x="3422900" y="1702807"/>
                  <a:pt x="3452057" y="1798333"/>
                  <a:pt x="3521423" y="1860548"/>
                </a:cubicBezTo>
                <a:close/>
                <a:moveTo>
                  <a:pt x="3507502" y="2659088"/>
                </a:moveTo>
                <a:cubicBezTo>
                  <a:pt x="3530625" y="2679826"/>
                  <a:pt x="3558214" y="2696863"/>
                  <a:pt x="3589478" y="2708624"/>
                </a:cubicBezTo>
                <a:cubicBezTo>
                  <a:pt x="3714532" y="2755670"/>
                  <a:pt x="3851014" y="2700494"/>
                  <a:pt x="3894319" y="2585383"/>
                </a:cubicBezTo>
                <a:cubicBezTo>
                  <a:pt x="3937624" y="2470273"/>
                  <a:pt x="3871353" y="2338820"/>
                  <a:pt x="3746299" y="2291774"/>
                </a:cubicBezTo>
                <a:cubicBezTo>
                  <a:pt x="3621245" y="2244728"/>
                  <a:pt x="3484763" y="2299905"/>
                  <a:pt x="3441458" y="2415014"/>
                </a:cubicBezTo>
                <a:cubicBezTo>
                  <a:pt x="3408979" y="2501348"/>
                  <a:pt x="3438136" y="2596873"/>
                  <a:pt x="3507502" y="2659088"/>
                </a:cubicBezTo>
                <a:close/>
                <a:moveTo>
                  <a:pt x="2750047" y="3029987"/>
                </a:moveTo>
                <a:cubicBezTo>
                  <a:pt x="2773168" y="3050726"/>
                  <a:pt x="2800759" y="3067763"/>
                  <a:pt x="2832021" y="3079524"/>
                </a:cubicBezTo>
                <a:cubicBezTo>
                  <a:pt x="2957076" y="3126570"/>
                  <a:pt x="3093558" y="3071393"/>
                  <a:pt x="3136863" y="2956283"/>
                </a:cubicBezTo>
                <a:cubicBezTo>
                  <a:pt x="3180168" y="2841172"/>
                  <a:pt x="3113897" y="2709719"/>
                  <a:pt x="2988843" y="2662673"/>
                </a:cubicBezTo>
                <a:cubicBezTo>
                  <a:pt x="2863789" y="2615627"/>
                  <a:pt x="2727307" y="2670804"/>
                  <a:pt x="2684001" y="2785914"/>
                </a:cubicBezTo>
                <a:cubicBezTo>
                  <a:pt x="2651523" y="2872247"/>
                  <a:pt x="2680681" y="2967773"/>
                  <a:pt x="2750047" y="3029987"/>
                </a:cubicBezTo>
                <a:close/>
                <a:moveTo>
                  <a:pt x="1666926" y="2573567"/>
                </a:moveTo>
                <a:lnTo>
                  <a:pt x="1775047" y="423729"/>
                </a:lnTo>
                <a:lnTo>
                  <a:pt x="1991290" y="423729"/>
                </a:lnTo>
                <a:lnTo>
                  <a:pt x="2099411" y="2573567"/>
                </a:lnTo>
                <a:close/>
                <a:moveTo>
                  <a:pt x="1154974" y="2568578"/>
                </a:moveTo>
                <a:cubicBezTo>
                  <a:pt x="1178096" y="2589317"/>
                  <a:pt x="1205685" y="2606354"/>
                  <a:pt x="1236949" y="2618115"/>
                </a:cubicBezTo>
                <a:cubicBezTo>
                  <a:pt x="1362003" y="2665161"/>
                  <a:pt x="1498485" y="2609985"/>
                  <a:pt x="1541790" y="2494874"/>
                </a:cubicBezTo>
                <a:cubicBezTo>
                  <a:pt x="1585096" y="2379763"/>
                  <a:pt x="1518825" y="2248310"/>
                  <a:pt x="1393770" y="2201264"/>
                </a:cubicBezTo>
                <a:cubicBezTo>
                  <a:pt x="1268716" y="2154218"/>
                  <a:pt x="1132234" y="2209394"/>
                  <a:pt x="1088929" y="2324505"/>
                </a:cubicBezTo>
                <a:cubicBezTo>
                  <a:pt x="1056450" y="2410839"/>
                  <a:pt x="1085608" y="2506364"/>
                  <a:pt x="1154974" y="2568578"/>
                </a:cubicBezTo>
                <a:close/>
                <a:moveTo>
                  <a:pt x="1811301" y="3132571"/>
                </a:moveTo>
                <a:lnTo>
                  <a:pt x="1704026" y="2663196"/>
                </a:lnTo>
                <a:lnTo>
                  <a:pt x="2117930" y="2682436"/>
                </a:lnTo>
                <a:lnTo>
                  <a:pt x="1967575" y="3139835"/>
                </a:lnTo>
                <a:close/>
                <a:moveTo>
                  <a:pt x="474734" y="2026084"/>
                </a:moveTo>
                <a:cubicBezTo>
                  <a:pt x="497856" y="2046823"/>
                  <a:pt x="525445" y="2063859"/>
                  <a:pt x="556709" y="2075621"/>
                </a:cubicBezTo>
                <a:cubicBezTo>
                  <a:pt x="681763" y="2122667"/>
                  <a:pt x="818245" y="2067490"/>
                  <a:pt x="861550" y="1952380"/>
                </a:cubicBezTo>
                <a:cubicBezTo>
                  <a:pt x="904855" y="1837269"/>
                  <a:pt x="838584" y="1705816"/>
                  <a:pt x="713530" y="1658770"/>
                </a:cubicBezTo>
                <a:cubicBezTo>
                  <a:pt x="588476" y="1611724"/>
                  <a:pt x="451994" y="1666900"/>
                  <a:pt x="408689" y="1782011"/>
                </a:cubicBezTo>
                <a:cubicBezTo>
                  <a:pt x="376210" y="1868344"/>
                  <a:pt x="405367" y="1963870"/>
                  <a:pt x="474734" y="2026084"/>
                </a:cubicBezTo>
                <a:close/>
                <a:moveTo>
                  <a:pt x="470005" y="2517620"/>
                </a:moveTo>
                <a:cubicBezTo>
                  <a:pt x="142796" y="2243059"/>
                  <a:pt x="-69074" y="1913805"/>
                  <a:pt x="20698" y="1573981"/>
                </a:cubicBezTo>
                <a:cubicBezTo>
                  <a:pt x="290062" y="677171"/>
                  <a:pt x="1131284" y="1373424"/>
                  <a:pt x="1417683" y="1157395"/>
                </a:cubicBezTo>
                <a:cubicBezTo>
                  <a:pt x="1704082" y="941367"/>
                  <a:pt x="795764" y="512391"/>
                  <a:pt x="1486994" y="164947"/>
                </a:cubicBezTo>
                <a:cubicBezTo>
                  <a:pt x="1963635" y="-91969"/>
                  <a:pt x="2301495" y="-33140"/>
                  <a:pt x="2924035" y="233397"/>
                </a:cubicBezTo>
                <a:cubicBezTo>
                  <a:pt x="3546575" y="499935"/>
                  <a:pt x="4682373" y="1460700"/>
                  <a:pt x="4352060" y="2410274"/>
                </a:cubicBezTo>
                <a:cubicBezTo>
                  <a:pt x="4055563" y="3262631"/>
                  <a:pt x="2903863" y="3342769"/>
                  <a:pt x="2149143" y="3248705"/>
                </a:cubicBezTo>
                <a:cubicBezTo>
                  <a:pt x="2120485" y="3221681"/>
                  <a:pt x="2088781" y="3200633"/>
                  <a:pt x="2056697" y="3184977"/>
                </a:cubicBezTo>
                <a:lnTo>
                  <a:pt x="2029525" y="3174239"/>
                </a:lnTo>
                <a:lnTo>
                  <a:pt x="2074465" y="2961096"/>
                </a:lnTo>
                <a:cubicBezTo>
                  <a:pt x="2174448" y="2968058"/>
                  <a:pt x="2268303" y="2914369"/>
                  <a:pt x="2302852" y="2822534"/>
                </a:cubicBezTo>
                <a:cubicBezTo>
                  <a:pt x="2344980" y="2710550"/>
                  <a:pt x="2283405" y="2583099"/>
                  <a:pt x="2164586" y="2533664"/>
                </a:cubicBezTo>
                <a:lnTo>
                  <a:pt x="2177079" y="2474412"/>
                </a:lnTo>
                <a:lnTo>
                  <a:pt x="2181423" y="2474420"/>
                </a:lnTo>
                <a:lnTo>
                  <a:pt x="2180348" y="2458905"/>
                </a:lnTo>
                <a:lnTo>
                  <a:pt x="2183345" y="2444691"/>
                </a:lnTo>
                <a:lnTo>
                  <a:pt x="2179364" y="2444684"/>
                </a:lnTo>
                <a:lnTo>
                  <a:pt x="2069296" y="855315"/>
                </a:lnTo>
                <a:cubicBezTo>
                  <a:pt x="2264713" y="815272"/>
                  <a:pt x="2400776" y="670372"/>
                  <a:pt x="2376696" y="524656"/>
                </a:cubicBezTo>
                <a:cubicBezTo>
                  <a:pt x="2351678" y="373263"/>
                  <a:pt x="2163271" y="278317"/>
                  <a:pt x="1955875" y="312591"/>
                </a:cubicBezTo>
                <a:cubicBezTo>
                  <a:pt x="1748480" y="346862"/>
                  <a:pt x="1600634" y="497374"/>
                  <a:pt x="1625652" y="648768"/>
                </a:cubicBezTo>
                <a:cubicBezTo>
                  <a:pt x="1635034" y="705540"/>
                  <a:pt x="1667392" y="754373"/>
                  <a:pt x="1715112" y="791433"/>
                </a:cubicBezTo>
                <a:lnTo>
                  <a:pt x="1728511" y="799403"/>
                </a:lnTo>
                <a:lnTo>
                  <a:pt x="1608970" y="2443607"/>
                </a:lnTo>
                <a:lnTo>
                  <a:pt x="1608731" y="2443607"/>
                </a:lnTo>
                <a:lnTo>
                  <a:pt x="1608909" y="2444461"/>
                </a:lnTo>
                <a:lnTo>
                  <a:pt x="1606809" y="2473335"/>
                </a:lnTo>
                <a:lnTo>
                  <a:pt x="1614885" y="2473351"/>
                </a:lnTo>
                <a:lnTo>
                  <a:pt x="1760460" y="3176931"/>
                </a:lnTo>
                <a:cubicBezTo>
                  <a:pt x="1363839" y="3071567"/>
                  <a:pt x="842276" y="2829991"/>
                  <a:pt x="470005" y="2517620"/>
                </a:cubicBezTo>
                <a:close/>
                <a:moveTo>
                  <a:pt x="1703651" y="4144665"/>
                </a:moveTo>
                <a:cubicBezTo>
                  <a:pt x="1692426" y="4135382"/>
                  <a:pt x="1682479" y="4126471"/>
                  <a:pt x="1673433" y="4117764"/>
                </a:cubicBezTo>
                <a:cubicBezTo>
                  <a:pt x="1630012" y="4075967"/>
                  <a:pt x="1607344" y="4038835"/>
                  <a:pt x="1563711" y="3987474"/>
                </a:cubicBezTo>
                <a:cubicBezTo>
                  <a:pt x="1428119" y="3754817"/>
                  <a:pt x="1459551" y="3514918"/>
                  <a:pt x="1577437" y="3369529"/>
                </a:cubicBezTo>
                <a:cubicBezTo>
                  <a:pt x="1695323" y="3224139"/>
                  <a:pt x="1812160" y="3189516"/>
                  <a:pt x="1943877" y="3254126"/>
                </a:cubicBezTo>
                <a:cubicBezTo>
                  <a:pt x="2075594" y="3318736"/>
                  <a:pt x="2201944" y="3486346"/>
                  <a:pt x="2150195" y="3720844"/>
                </a:cubicBezTo>
                <a:cubicBezTo>
                  <a:pt x="2053054" y="4010881"/>
                  <a:pt x="2046121" y="3999957"/>
                  <a:pt x="2256634" y="4453092"/>
                </a:cubicBezTo>
                <a:cubicBezTo>
                  <a:pt x="1923422" y="4292924"/>
                  <a:pt x="1782225" y="4209649"/>
                  <a:pt x="1703651" y="414466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7"/>
          <p:cNvSpPr/>
          <p:nvPr/>
        </p:nvSpPr>
        <p:spPr>
          <a:xfrm>
            <a:off x="9708408" y="2901039"/>
            <a:ext cx="675275" cy="591830"/>
          </a:xfrm>
          <a:custGeom>
            <a:avLst/>
            <a:gdLst/>
            <a:ahLst/>
            <a:cxnLst/>
            <a:rect l="l" t="t" r="r" b="b"/>
            <a:pathLst>
              <a:path w="4088377" h="3321003" extrusionOk="0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7"/>
          <p:cNvSpPr/>
          <p:nvPr/>
        </p:nvSpPr>
        <p:spPr>
          <a:xfrm>
            <a:off x="10351614" y="2300788"/>
            <a:ext cx="489440" cy="489077"/>
          </a:xfrm>
          <a:custGeom>
            <a:avLst/>
            <a:gdLst/>
            <a:ahLst/>
            <a:cxnLst/>
            <a:rect l="l" t="t" r="r" b="b"/>
            <a:pathLst>
              <a:path w="3971162" h="3968213" extrusionOk="0">
                <a:moveTo>
                  <a:pt x="808855" y="2815607"/>
                </a:moveTo>
                <a:lnTo>
                  <a:pt x="1168895" y="2815607"/>
                </a:lnTo>
                <a:lnTo>
                  <a:pt x="1168895" y="3175607"/>
                </a:lnTo>
                <a:lnTo>
                  <a:pt x="808855" y="3175607"/>
                </a:lnTo>
                <a:close/>
                <a:moveTo>
                  <a:pt x="697665" y="2704397"/>
                </a:moveTo>
                <a:lnTo>
                  <a:pt x="697665" y="3286817"/>
                </a:lnTo>
                <a:lnTo>
                  <a:pt x="1280085" y="3286817"/>
                </a:lnTo>
                <a:lnTo>
                  <a:pt x="1280085" y="2704397"/>
                </a:lnTo>
                <a:close/>
                <a:moveTo>
                  <a:pt x="537750" y="2544482"/>
                </a:moveTo>
                <a:lnTo>
                  <a:pt x="1440000" y="2544482"/>
                </a:lnTo>
                <a:lnTo>
                  <a:pt x="1440000" y="3446732"/>
                </a:lnTo>
                <a:lnTo>
                  <a:pt x="537750" y="3446732"/>
                </a:lnTo>
                <a:close/>
                <a:moveTo>
                  <a:pt x="0" y="2528213"/>
                </a:moveTo>
                <a:lnTo>
                  <a:pt x="360000" y="2528213"/>
                </a:lnTo>
                <a:lnTo>
                  <a:pt x="360000" y="3608213"/>
                </a:lnTo>
                <a:lnTo>
                  <a:pt x="1440000" y="3608213"/>
                </a:lnTo>
                <a:lnTo>
                  <a:pt x="1440000" y="3968213"/>
                </a:lnTo>
                <a:lnTo>
                  <a:pt x="360000" y="3968213"/>
                </a:lnTo>
                <a:lnTo>
                  <a:pt x="0" y="3968213"/>
                </a:lnTo>
                <a:lnTo>
                  <a:pt x="0" y="3608213"/>
                </a:lnTo>
                <a:close/>
                <a:moveTo>
                  <a:pt x="3605829" y="2524046"/>
                </a:moveTo>
                <a:lnTo>
                  <a:pt x="3965829" y="2524046"/>
                </a:lnTo>
                <a:lnTo>
                  <a:pt x="3965829" y="3604046"/>
                </a:lnTo>
                <a:lnTo>
                  <a:pt x="3965829" y="3964046"/>
                </a:lnTo>
                <a:lnTo>
                  <a:pt x="3605829" y="3964046"/>
                </a:lnTo>
                <a:lnTo>
                  <a:pt x="2525829" y="3964046"/>
                </a:lnTo>
                <a:lnTo>
                  <a:pt x="2525829" y="3604046"/>
                </a:lnTo>
                <a:lnTo>
                  <a:pt x="3605829" y="3604046"/>
                </a:lnTo>
                <a:close/>
                <a:moveTo>
                  <a:pt x="1542677" y="2468095"/>
                </a:moveTo>
                <a:lnTo>
                  <a:pt x="1758701" y="2468095"/>
                </a:lnTo>
                <a:lnTo>
                  <a:pt x="1758701" y="2835684"/>
                </a:lnTo>
                <a:lnTo>
                  <a:pt x="1542677" y="2835684"/>
                </a:lnTo>
                <a:close/>
                <a:moveTo>
                  <a:pt x="3174101" y="2437460"/>
                </a:moveTo>
                <a:lnTo>
                  <a:pt x="3390125" y="2437460"/>
                </a:lnTo>
                <a:lnTo>
                  <a:pt x="3390125" y="2663201"/>
                </a:lnTo>
                <a:lnTo>
                  <a:pt x="3174101" y="2663201"/>
                </a:lnTo>
                <a:close/>
                <a:moveTo>
                  <a:pt x="2809842" y="2295613"/>
                </a:moveTo>
                <a:lnTo>
                  <a:pt x="3025866" y="2295613"/>
                </a:lnTo>
                <a:lnTo>
                  <a:pt x="3025866" y="2663202"/>
                </a:lnTo>
                <a:lnTo>
                  <a:pt x="3389097" y="2663202"/>
                </a:lnTo>
                <a:lnTo>
                  <a:pt x="3389097" y="2873898"/>
                </a:lnTo>
                <a:lnTo>
                  <a:pt x="3389097" y="2873898"/>
                </a:lnTo>
                <a:lnTo>
                  <a:pt x="3389097" y="3446732"/>
                </a:lnTo>
                <a:lnTo>
                  <a:pt x="3173073" y="3446732"/>
                </a:lnTo>
                <a:lnTo>
                  <a:pt x="3173073" y="2879226"/>
                </a:lnTo>
                <a:lnTo>
                  <a:pt x="3021508" y="2879226"/>
                </a:lnTo>
                <a:lnTo>
                  <a:pt x="3021508" y="2663202"/>
                </a:lnTo>
                <a:lnTo>
                  <a:pt x="2809842" y="2663202"/>
                </a:lnTo>
                <a:close/>
                <a:moveTo>
                  <a:pt x="2093780" y="2089306"/>
                </a:moveTo>
                <a:lnTo>
                  <a:pt x="2309804" y="2089306"/>
                </a:lnTo>
                <a:lnTo>
                  <a:pt x="2309804" y="2315047"/>
                </a:lnTo>
                <a:lnTo>
                  <a:pt x="2093780" y="2315047"/>
                </a:lnTo>
                <a:close/>
                <a:moveTo>
                  <a:pt x="2656492" y="1853849"/>
                </a:moveTo>
                <a:lnTo>
                  <a:pt x="2872516" y="1853849"/>
                </a:lnTo>
                <a:lnTo>
                  <a:pt x="2872516" y="2038657"/>
                </a:lnTo>
                <a:lnTo>
                  <a:pt x="2989835" y="2038657"/>
                </a:lnTo>
                <a:lnTo>
                  <a:pt x="2989835" y="1887092"/>
                </a:lnTo>
                <a:lnTo>
                  <a:pt x="3205859" y="1887092"/>
                </a:lnTo>
                <a:lnTo>
                  <a:pt x="3205859" y="2028940"/>
                </a:lnTo>
                <a:lnTo>
                  <a:pt x="3390125" y="2028940"/>
                </a:lnTo>
                <a:lnTo>
                  <a:pt x="3390125" y="2254681"/>
                </a:lnTo>
                <a:lnTo>
                  <a:pt x="3205859" y="2254681"/>
                </a:lnTo>
                <a:lnTo>
                  <a:pt x="3174101" y="2254681"/>
                </a:lnTo>
                <a:lnTo>
                  <a:pt x="3005149" y="2254681"/>
                </a:lnTo>
                <a:lnTo>
                  <a:pt x="2989835" y="2254681"/>
                </a:lnTo>
                <a:lnTo>
                  <a:pt x="2688721" y="2254681"/>
                </a:lnTo>
                <a:lnTo>
                  <a:pt x="2688721" y="2447179"/>
                </a:lnTo>
                <a:lnTo>
                  <a:pt x="2488606" y="2447179"/>
                </a:lnTo>
                <a:lnTo>
                  <a:pt x="2488606" y="2663841"/>
                </a:lnTo>
                <a:lnTo>
                  <a:pt x="2486018" y="2663841"/>
                </a:lnTo>
                <a:lnTo>
                  <a:pt x="2486018" y="2846997"/>
                </a:lnTo>
                <a:lnTo>
                  <a:pt x="2840287" y="2846997"/>
                </a:lnTo>
                <a:lnTo>
                  <a:pt x="2840287" y="3046907"/>
                </a:lnTo>
                <a:lnTo>
                  <a:pt x="3045880" y="3046907"/>
                </a:lnTo>
                <a:lnTo>
                  <a:pt x="3045880" y="3272648"/>
                </a:lnTo>
                <a:lnTo>
                  <a:pt x="2829856" y="3272648"/>
                </a:lnTo>
                <a:lnTo>
                  <a:pt x="2829856" y="3063021"/>
                </a:lnTo>
                <a:lnTo>
                  <a:pt x="2472698" y="3063021"/>
                </a:lnTo>
                <a:lnTo>
                  <a:pt x="2472698" y="2847499"/>
                </a:lnTo>
                <a:lnTo>
                  <a:pt x="2093780" y="2847499"/>
                </a:lnTo>
                <a:lnTo>
                  <a:pt x="2088510" y="2847499"/>
                </a:lnTo>
                <a:lnTo>
                  <a:pt x="1910267" y="2847499"/>
                </a:lnTo>
                <a:lnTo>
                  <a:pt x="1910267" y="3028023"/>
                </a:lnTo>
                <a:lnTo>
                  <a:pt x="2277575" y="3028023"/>
                </a:lnTo>
                <a:lnTo>
                  <a:pt x="2277575" y="3241488"/>
                </a:lnTo>
                <a:lnTo>
                  <a:pt x="2829855" y="3241488"/>
                </a:lnTo>
                <a:lnTo>
                  <a:pt x="2829855" y="3457512"/>
                </a:lnTo>
                <a:lnTo>
                  <a:pt x="2269993" y="3457512"/>
                </a:lnTo>
                <a:lnTo>
                  <a:pt x="2269993" y="3244047"/>
                </a:lnTo>
                <a:lnTo>
                  <a:pt x="2111604" y="3244047"/>
                </a:lnTo>
                <a:lnTo>
                  <a:pt x="2111604" y="3446733"/>
                </a:lnTo>
                <a:lnTo>
                  <a:pt x="1744015" y="3446733"/>
                </a:lnTo>
                <a:lnTo>
                  <a:pt x="1744015" y="3230709"/>
                </a:lnTo>
                <a:lnTo>
                  <a:pt x="1909986" y="3230709"/>
                </a:lnTo>
                <a:lnTo>
                  <a:pt x="1909986" y="3051709"/>
                </a:lnTo>
                <a:lnTo>
                  <a:pt x="1542678" y="3051709"/>
                </a:lnTo>
                <a:lnTo>
                  <a:pt x="1542678" y="2835685"/>
                </a:lnTo>
                <a:lnTo>
                  <a:pt x="1877756" y="2835685"/>
                </a:lnTo>
                <a:lnTo>
                  <a:pt x="1877756" y="2315047"/>
                </a:lnTo>
                <a:lnTo>
                  <a:pt x="2093780" y="2315047"/>
                </a:lnTo>
                <a:lnTo>
                  <a:pt x="2093780" y="2631475"/>
                </a:lnTo>
                <a:lnTo>
                  <a:pt x="2272582" y="2631475"/>
                </a:lnTo>
                <a:lnTo>
                  <a:pt x="2272582" y="2438100"/>
                </a:lnTo>
                <a:lnTo>
                  <a:pt x="2472697" y="2438100"/>
                </a:lnTo>
                <a:lnTo>
                  <a:pt x="2472697" y="2254681"/>
                </a:lnTo>
                <a:lnTo>
                  <a:pt x="2472697" y="2221438"/>
                </a:lnTo>
                <a:lnTo>
                  <a:pt x="2472697" y="2038657"/>
                </a:lnTo>
                <a:lnTo>
                  <a:pt x="2656492" y="2038657"/>
                </a:lnTo>
                <a:close/>
                <a:moveTo>
                  <a:pt x="2989836" y="1667759"/>
                </a:moveTo>
                <a:lnTo>
                  <a:pt x="3357425" y="1667759"/>
                </a:lnTo>
                <a:lnTo>
                  <a:pt x="3357425" y="1883783"/>
                </a:lnTo>
                <a:lnTo>
                  <a:pt x="2989836" y="1883783"/>
                </a:lnTo>
                <a:close/>
                <a:moveTo>
                  <a:pt x="2309586" y="1554888"/>
                </a:moveTo>
                <a:lnTo>
                  <a:pt x="2829824" y="1554888"/>
                </a:lnTo>
                <a:lnTo>
                  <a:pt x="2829824" y="1770912"/>
                </a:lnTo>
                <a:lnTo>
                  <a:pt x="2525643" y="1770912"/>
                </a:lnTo>
                <a:lnTo>
                  <a:pt x="2525643" y="1927296"/>
                </a:lnTo>
                <a:lnTo>
                  <a:pt x="2309619" y="1927296"/>
                </a:lnTo>
                <a:lnTo>
                  <a:pt x="2309619" y="1770912"/>
                </a:lnTo>
                <a:lnTo>
                  <a:pt x="2309586" y="1770912"/>
                </a:lnTo>
                <a:close/>
                <a:moveTo>
                  <a:pt x="616397" y="1550030"/>
                </a:moveTo>
                <a:lnTo>
                  <a:pt x="808855" y="1550030"/>
                </a:lnTo>
                <a:lnTo>
                  <a:pt x="832421" y="1550030"/>
                </a:lnTo>
                <a:lnTo>
                  <a:pt x="1024879" y="1550030"/>
                </a:lnTo>
                <a:lnTo>
                  <a:pt x="1024879" y="1775771"/>
                </a:lnTo>
                <a:lnTo>
                  <a:pt x="832421" y="1775771"/>
                </a:lnTo>
                <a:lnTo>
                  <a:pt x="832421" y="2079590"/>
                </a:lnTo>
                <a:lnTo>
                  <a:pt x="1028931" y="2079590"/>
                </a:lnTo>
                <a:lnTo>
                  <a:pt x="1192537" y="2079590"/>
                </a:lnTo>
                <a:lnTo>
                  <a:pt x="1244955" y="2079590"/>
                </a:lnTo>
                <a:lnTo>
                  <a:pt x="1244955" y="2231155"/>
                </a:lnTo>
                <a:lnTo>
                  <a:pt x="1468668" y="2231155"/>
                </a:lnTo>
                <a:lnTo>
                  <a:pt x="1468668" y="2447179"/>
                </a:lnTo>
                <a:lnTo>
                  <a:pt x="1244955" y="2447179"/>
                </a:lnTo>
                <a:lnTo>
                  <a:pt x="1244955" y="2447179"/>
                </a:lnTo>
                <a:lnTo>
                  <a:pt x="1028931" y="2447179"/>
                </a:lnTo>
                <a:lnTo>
                  <a:pt x="1028931" y="2295614"/>
                </a:lnTo>
                <a:lnTo>
                  <a:pt x="619703" y="2295614"/>
                </a:lnTo>
                <a:lnTo>
                  <a:pt x="619703" y="2082482"/>
                </a:lnTo>
                <a:lnTo>
                  <a:pt x="616397" y="2082482"/>
                </a:lnTo>
                <a:close/>
                <a:moveTo>
                  <a:pt x="1747452" y="1324289"/>
                </a:moveTo>
                <a:lnTo>
                  <a:pt x="1963476" y="1324289"/>
                </a:lnTo>
                <a:lnTo>
                  <a:pt x="1963476" y="1528779"/>
                </a:lnTo>
                <a:lnTo>
                  <a:pt x="2151955" y="1528779"/>
                </a:lnTo>
                <a:lnTo>
                  <a:pt x="2151955" y="1754520"/>
                </a:lnTo>
                <a:lnTo>
                  <a:pt x="1935931" y="1754520"/>
                </a:lnTo>
                <a:lnTo>
                  <a:pt x="1935931" y="1550030"/>
                </a:lnTo>
                <a:lnTo>
                  <a:pt x="1758702" y="1550030"/>
                </a:lnTo>
                <a:lnTo>
                  <a:pt x="1758702" y="1863566"/>
                </a:lnTo>
                <a:lnTo>
                  <a:pt x="2119726" y="1863566"/>
                </a:lnTo>
                <a:lnTo>
                  <a:pt x="2119726" y="2079590"/>
                </a:lnTo>
                <a:lnTo>
                  <a:pt x="1761543" y="2079590"/>
                </a:lnTo>
                <a:lnTo>
                  <a:pt x="1761543" y="2259540"/>
                </a:lnTo>
                <a:lnTo>
                  <a:pt x="1545519" y="2259540"/>
                </a:lnTo>
                <a:lnTo>
                  <a:pt x="1545519" y="2082482"/>
                </a:lnTo>
                <a:lnTo>
                  <a:pt x="1542678" y="2082482"/>
                </a:lnTo>
                <a:lnTo>
                  <a:pt x="1542678" y="2079589"/>
                </a:lnTo>
                <a:lnTo>
                  <a:pt x="1030691" y="2079589"/>
                </a:lnTo>
                <a:lnTo>
                  <a:pt x="1030691" y="1863565"/>
                </a:lnTo>
                <a:lnTo>
                  <a:pt x="1192537" y="1863565"/>
                </a:lnTo>
                <a:lnTo>
                  <a:pt x="1192537" y="1662900"/>
                </a:lnTo>
                <a:lnTo>
                  <a:pt x="1440000" y="1662900"/>
                </a:lnTo>
                <a:lnTo>
                  <a:pt x="1440000" y="1863565"/>
                </a:lnTo>
                <a:lnTo>
                  <a:pt x="1542678" y="1863565"/>
                </a:lnTo>
                <a:lnTo>
                  <a:pt x="1542678" y="1550030"/>
                </a:lnTo>
                <a:lnTo>
                  <a:pt x="1747452" y="1550030"/>
                </a:lnTo>
                <a:close/>
                <a:moveTo>
                  <a:pt x="2802267" y="814725"/>
                </a:moveTo>
                <a:lnTo>
                  <a:pt x="3162307" y="814725"/>
                </a:lnTo>
                <a:lnTo>
                  <a:pt x="3162307" y="1174725"/>
                </a:lnTo>
                <a:lnTo>
                  <a:pt x="2802267" y="1174725"/>
                </a:lnTo>
                <a:close/>
                <a:moveTo>
                  <a:pt x="884915" y="814725"/>
                </a:moveTo>
                <a:lnTo>
                  <a:pt x="1244955" y="814725"/>
                </a:lnTo>
                <a:lnTo>
                  <a:pt x="1244955" y="1174725"/>
                </a:lnTo>
                <a:lnTo>
                  <a:pt x="884915" y="1174725"/>
                </a:lnTo>
                <a:close/>
                <a:moveTo>
                  <a:pt x="2691077" y="703515"/>
                </a:moveTo>
                <a:lnTo>
                  <a:pt x="2691077" y="1285935"/>
                </a:lnTo>
                <a:lnTo>
                  <a:pt x="3273497" y="1285935"/>
                </a:lnTo>
                <a:lnTo>
                  <a:pt x="3273497" y="703515"/>
                </a:lnTo>
                <a:close/>
                <a:moveTo>
                  <a:pt x="773725" y="703515"/>
                </a:moveTo>
                <a:lnTo>
                  <a:pt x="773725" y="1285935"/>
                </a:lnTo>
                <a:lnTo>
                  <a:pt x="1356145" y="1285935"/>
                </a:lnTo>
                <a:lnTo>
                  <a:pt x="1356145" y="703515"/>
                </a:lnTo>
                <a:close/>
                <a:moveTo>
                  <a:pt x="2531162" y="543600"/>
                </a:moveTo>
                <a:lnTo>
                  <a:pt x="3433412" y="543600"/>
                </a:lnTo>
                <a:lnTo>
                  <a:pt x="3433412" y="1445850"/>
                </a:lnTo>
                <a:lnTo>
                  <a:pt x="2531162" y="1445850"/>
                </a:lnTo>
                <a:close/>
                <a:moveTo>
                  <a:pt x="613810" y="543600"/>
                </a:moveTo>
                <a:lnTo>
                  <a:pt x="1516060" y="543600"/>
                </a:lnTo>
                <a:lnTo>
                  <a:pt x="1516060" y="1445850"/>
                </a:lnTo>
                <a:lnTo>
                  <a:pt x="613810" y="1445850"/>
                </a:lnTo>
                <a:close/>
                <a:moveTo>
                  <a:pt x="2088509" y="543244"/>
                </a:moveTo>
                <a:lnTo>
                  <a:pt x="2283187" y="543244"/>
                </a:lnTo>
                <a:lnTo>
                  <a:pt x="2283187" y="759268"/>
                </a:lnTo>
                <a:lnTo>
                  <a:pt x="2088509" y="759268"/>
                </a:lnTo>
                <a:close/>
                <a:moveTo>
                  <a:pt x="1751276" y="543243"/>
                </a:moveTo>
                <a:lnTo>
                  <a:pt x="1967300" y="543243"/>
                </a:lnTo>
                <a:lnTo>
                  <a:pt x="1967300" y="986389"/>
                </a:lnTo>
                <a:lnTo>
                  <a:pt x="2119726" y="986389"/>
                </a:lnTo>
                <a:lnTo>
                  <a:pt x="2119726" y="986388"/>
                </a:lnTo>
                <a:lnTo>
                  <a:pt x="2335750" y="986388"/>
                </a:lnTo>
                <a:lnTo>
                  <a:pt x="2335750" y="1491348"/>
                </a:lnTo>
                <a:lnTo>
                  <a:pt x="2119726" y="1491348"/>
                </a:lnTo>
                <a:lnTo>
                  <a:pt x="2119726" y="1202413"/>
                </a:lnTo>
                <a:lnTo>
                  <a:pt x="1747396" y="1202413"/>
                </a:lnTo>
                <a:lnTo>
                  <a:pt x="1747396" y="986389"/>
                </a:lnTo>
                <a:lnTo>
                  <a:pt x="1751276" y="986389"/>
                </a:lnTo>
                <a:close/>
                <a:moveTo>
                  <a:pt x="4409" y="5850"/>
                </a:moveTo>
                <a:lnTo>
                  <a:pt x="364409" y="5850"/>
                </a:lnTo>
                <a:lnTo>
                  <a:pt x="1444409" y="5850"/>
                </a:lnTo>
                <a:lnTo>
                  <a:pt x="1444409" y="365850"/>
                </a:lnTo>
                <a:lnTo>
                  <a:pt x="364409" y="365850"/>
                </a:lnTo>
                <a:lnTo>
                  <a:pt x="364409" y="1445850"/>
                </a:lnTo>
                <a:lnTo>
                  <a:pt x="4409" y="1445850"/>
                </a:lnTo>
                <a:lnTo>
                  <a:pt x="4409" y="365850"/>
                </a:lnTo>
                <a:close/>
                <a:moveTo>
                  <a:pt x="2531162" y="0"/>
                </a:moveTo>
                <a:lnTo>
                  <a:pt x="3611162" y="0"/>
                </a:lnTo>
                <a:lnTo>
                  <a:pt x="3971162" y="0"/>
                </a:lnTo>
                <a:lnTo>
                  <a:pt x="3971162" y="360000"/>
                </a:lnTo>
                <a:lnTo>
                  <a:pt x="3971162" y="1440000"/>
                </a:lnTo>
                <a:lnTo>
                  <a:pt x="3611162" y="1440000"/>
                </a:lnTo>
                <a:lnTo>
                  <a:pt x="3611162" y="360000"/>
                </a:lnTo>
                <a:lnTo>
                  <a:pt x="2531162" y="36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7"/>
          <p:cNvSpPr/>
          <p:nvPr/>
        </p:nvSpPr>
        <p:spPr>
          <a:xfrm rot="5400000">
            <a:off x="10385291" y="3603707"/>
            <a:ext cx="455427" cy="456099"/>
          </a:xfrm>
          <a:custGeom>
            <a:avLst/>
            <a:gdLst/>
            <a:ahLst/>
            <a:cxnLst/>
            <a:rect l="l" t="t" r="r" b="b"/>
            <a:pathLst>
              <a:path w="721442" h="722507" extrusionOk="0">
                <a:moveTo>
                  <a:pt x="42" y="522852"/>
                </a:moveTo>
                <a:cubicBezTo>
                  <a:pt x="-605" y="350129"/>
                  <a:pt x="6503" y="220051"/>
                  <a:pt x="5857" y="47329"/>
                </a:cubicBezTo>
                <a:cubicBezTo>
                  <a:pt x="5857" y="21190"/>
                  <a:pt x="27046" y="0"/>
                  <a:pt x="53185" y="0"/>
                </a:cubicBezTo>
                <a:lnTo>
                  <a:pt x="102932" y="0"/>
                </a:lnTo>
                <a:cubicBezTo>
                  <a:pt x="129071" y="0"/>
                  <a:pt x="150260" y="21190"/>
                  <a:pt x="150260" y="47329"/>
                </a:cubicBezTo>
                <a:cubicBezTo>
                  <a:pt x="149853" y="88041"/>
                  <a:pt x="149377" y="122989"/>
                  <a:pt x="148891" y="154199"/>
                </a:cubicBezTo>
                <a:lnTo>
                  <a:pt x="148407" y="182723"/>
                </a:lnTo>
                <a:lnTo>
                  <a:pt x="331751" y="177508"/>
                </a:lnTo>
                <a:cubicBezTo>
                  <a:pt x="397063" y="175650"/>
                  <a:pt x="462374" y="173066"/>
                  <a:pt x="527686" y="167574"/>
                </a:cubicBezTo>
                <a:cubicBezTo>
                  <a:pt x="642817" y="145134"/>
                  <a:pt x="586782" y="11119"/>
                  <a:pt x="467883" y="53046"/>
                </a:cubicBezTo>
                <a:cubicBezTo>
                  <a:pt x="570547" y="-49115"/>
                  <a:pt x="723145" y="18126"/>
                  <a:pt x="721421" y="129085"/>
                </a:cubicBezTo>
                <a:cubicBezTo>
                  <a:pt x="720775" y="181200"/>
                  <a:pt x="734474" y="263637"/>
                  <a:pt x="547357" y="287593"/>
                </a:cubicBezTo>
                <a:lnTo>
                  <a:pt x="146593" y="294469"/>
                </a:lnTo>
                <a:lnTo>
                  <a:pt x="146309" y="312824"/>
                </a:lnTo>
                <a:cubicBezTo>
                  <a:pt x="146013" y="337190"/>
                  <a:pt x="145822" y="361872"/>
                  <a:pt x="145796" y="388895"/>
                </a:cubicBezTo>
                <a:lnTo>
                  <a:pt x="145887" y="417641"/>
                </a:lnTo>
                <a:lnTo>
                  <a:pt x="564076" y="417641"/>
                </a:lnTo>
                <a:cubicBezTo>
                  <a:pt x="676720" y="420465"/>
                  <a:pt x="718804" y="471343"/>
                  <a:pt x="719692" y="543229"/>
                </a:cubicBezTo>
                <a:cubicBezTo>
                  <a:pt x="721183" y="582376"/>
                  <a:pt x="690900" y="608290"/>
                  <a:pt x="631765" y="586638"/>
                </a:cubicBezTo>
                <a:cubicBezTo>
                  <a:pt x="553530" y="556303"/>
                  <a:pt x="540205" y="522675"/>
                  <a:pt x="452578" y="524866"/>
                </a:cubicBezTo>
                <a:cubicBezTo>
                  <a:pt x="380525" y="525785"/>
                  <a:pt x="322260" y="526811"/>
                  <a:pt x="234716" y="528410"/>
                </a:cubicBezTo>
                <a:lnTo>
                  <a:pt x="147934" y="529997"/>
                </a:lnTo>
                <a:lnTo>
                  <a:pt x="149842" y="554392"/>
                </a:lnTo>
                <a:cubicBezTo>
                  <a:pt x="166488" y="646104"/>
                  <a:pt x="240698" y="721838"/>
                  <a:pt x="210351" y="722507"/>
                </a:cubicBezTo>
                <a:cubicBezTo>
                  <a:pt x="126033" y="702477"/>
                  <a:pt x="1009" y="637864"/>
                  <a:pt x="42" y="52285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7"/>
          <p:cNvSpPr/>
          <p:nvPr/>
        </p:nvSpPr>
        <p:spPr>
          <a:xfrm>
            <a:off x="9493570" y="1878930"/>
            <a:ext cx="474352" cy="640910"/>
          </a:xfrm>
          <a:custGeom>
            <a:avLst/>
            <a:gdLst/>
            <a:ahLst/>
            <a:cxnLst/>
            <a:rect l="l" t="t" r="r" b="b"/>
            <a:pathLst>
              <a:path w="2823581" h="3962432" extrusionOk="0">
                <a:moveTo>
                  <a:pt x="1366785" y="3230945"/>
                </a:moveTo>
                <a:cubicBezTo>
                  <a:pt x="1292218" y="3230945"/>
                  <a:pt x="1231770" y="3291393"/>
                  <a:pt x="1231770" y="3365960"/>
                </a:cubicBezTo>
                <a:cubicBezTo>
                  <a:pt x="1231770" y="3440527"/>
                  <a:pt x="1292218" y="3500975"/>
                  <a:pt x="1366785" y="3500975"/>
                </a:cubicBezTo>
                <a:cubicBezTo>
                  <a:pt x="1441352" y="3500975"/>
                  <a:pt x="1501800" y="3440527"/>
                  <a:pt x="1501800" y="3365960"/>
                </a:cubicBezTo>
                <a:cubicBezTo>
                  <a:pt x="1501800" y="3291393"/>
                  <a:pt x="1441352" y="3230945"/>
                  <a:pt x="1366785" y="3230945"/>
                </a:cubicBezTo>
                <a:close/>
                <a:moveTo>
                  <a:pt x="1699205" y="3185940"/>
                </a:moveTo>
                <a:cubicBezTo>
                  <a:pt x="1674349" y="3185940"/>
                  <a:pt x="1654200" y="3206089"/>
                  <a:pt x="1654200" y="3230945"/>
                </a:cubicBezTo>
                <a:cubicBezTo>
                  <a:pt x="1654200" y="3255801"/>
                  <a:pt x="1674349" y="3275950"/>
                  <a:pt x="1699205" y="3275950"/>
                </a:cubicBezTo>
                <a:cubicBezTo>
                  <a:pt x="1724061" y="3275950"/>
                  <a:pt x="1744210" y="3255801"/>
                  <a:pt x="1744210" y="3230945"/>
                </a:cubicBezTo>
                <a:cubicBezTo>
                  <a:pt x="1744210" y="3206089"/>
                  <a:pt x="1724061" y="3185940"/>
                  <a:pt x="1699205" y="3185940"/>
                </a:cubicBezTo>
                <a:close/>
                <a:moveTo>
                  <a:pt x="1501800" y="2830204"/>
                </a:moveTo>
                <a:cubicBezTo>
                  <a:pt x="1452089" y="2830204"/>
                  <a:pt x="1411790" y="2870503"/>
                  <a:pt x="1411790" y="2920214"/>
                </a:cubicBezTo>
                <a:cubicBezTo>
                  <a:pt x="1411790" y="2969925"/>
                  <a:pt x="1452089" y="3010224"/>
                  <a:pt x="1501800" y="3010224"/>
                </a:cubicBezTo>
                <a:cubicBezTo>
                  <a:pt x="1551511" y="3010224"/>
                  <a:pt x="1591810" y="2969925"/>
                  <a:pt x="1591810" y="2920214"/>
                </a:cubicBezTo>
                <a:cubicBezTo>
                  <a:pt x="1591810" y="2870503"/>
                  <a:pt x="1551511" y="2830204"/>
                  <a:pt x="1501800" y="2830204"/>
                </a:cubicBezTo>
                <a:close/>
                <a:moveTo>
                  <a:pt x="322536" y="2413264"/>
                </a:moveTo>
                <a:lnTo>
                  <a:pt x="1264147" y="2413264"/>
                </a:lnTo>
                <a:lnTo>
                  <a:pt x="682536" y="3458376"/>
                </a:lnTo>
                <a:lnTo>
                  <a:pt x="898974" y="3458376"/>
                </a:lnTo>
                <a:lnTo>
                  <a:pt x="1480585" y="2413264"/>
                </a:lnTo>
                <a:lnTo>
                  <a:pt x="1978720" y="2413264"/>
                </a:lnTo>
                <a:lnTo>
                  <a:pt x="1978720" y="3628270"/>
                </a:lnTo>
                <a:lnTo>
                  <a:pt x="322536" y="3628270"/>
                </a:lnTo>
                <a:close/>
                <a:moveTo>
                  <a:pt x="322536" y="2153598"/>
                </a:moveTo>
                <a:lnTo>
                  <a:pt x="682536" y="2153598"/>
                </a:lnTo>
                <a:lnTo>
                  <a:pt x="682536" y="2261598"/>
                </a:lnTo>
                <a:lnTo>
                  <a:pt x="322536" y="2261598"/>
                </a:lnTo>
                <a:close/>
                <a:moveTo>
                  <a:pt x="322536" y="1870494"/>
                </a:moveTo>
                <a:lnTo>
                  <a:pt x="826536" y="1870494"/>
                </a:lnTo>
                <a:lnTo>
                  <a:pt x="826536" y="1978494"/>
                </a:lnTo>
                <a:lnTo>
                  <a:pt x="322536" y="1978494"/>
                </a:lnTo>
                <a:close/>
                <a:moveTo>
                  <a:pt x="322536" y="1587391"/>
                </a:moveTo>
                <a:lnTo>
                  <a:pt x="682536" y="1587391"/>
                </a:lnTo>
                <a:lnTo>
                  <a:pt x="682536" y="1695391"/>
                </a:lnTo>
                <a:lnTo>
                  <a:pt x="322536" y="1695391"/>
                </a:lnTo>
                <a:close/>
                <a:moveTo>
                  <a:pt x="322536" y="1304288"/>
                </a:moveTo>
                <a:lnTo>
                  <a:pt x="826536" y="1304288"/>
                </a:lnTo>
                <a:lnTo>
                  <a:pt x="826536" y="1412288"/>
                </a:lnTo>
                <a:lnTo>
                  <a:pt x="322536" y="1412288"/>
                </a:lnTo>
                <a:close/>
                <a:moveTo>
                  <a:pt x="1733633" y="1039034"/>
                </a:moveTo>
                <a:lnTo>
                  <a:pt x="1735422" y="1042133"/>
                </a:lnTo>
                <a:lnTo>
                  <a:pt x="176045" y="1042133"/>
                </a:lnTo>
                <a:lnTo>
                  <a:pt x="176045" y="3786387"/>
                </a:lnTo>
                <a:lnTo>
                  <a:pt x="2128211" y="3786387"/>
                </a:lnTo>
                <a:lnTo>
                  <a:pt x="2128211" y="1722464"/>
                </a:lnTo>
                <a:lnTo>
                  <a:pt x="2131710" y="1728524"/>
                </a:lnTo>
                <a:lnTo>
                  <a:pt x="2527059" y="1040609"/>
                </a:lnTo>
                <a:lnTo>
                  <a:pt x="2244788" y="1040049"/>
                </a:lnTo>
                <a:lnTo>
                  <a:pt x="1480585" y="2413264"/>
                </a:lnTo>
                <a:lnTo>
                  <a:pt x="1264147" y="2413264"/>
                </a:lnTo>
                <a:lnTo>
                  <a:pt x="2028589" y="1039620"/>
                </a:lnTo>
                <a:close/>
                <a:moveTo>
                  <a:pt x="2607143" y="0"/>
                </a:moveTo>
                <a:lnTo>
                  <a:pt x="2823581" y="0"/>
                </a:lnTo>
                <a:lnTo>
                  <a:pt x="2342071" y="865238"/>
                </a:lnTo>
                <a:lnTo>
                  <a:pt x="2823581" y="866194"/>
                </a:lnTo>
                <a:lnTo>
                  <a:pt x="2304256" y="1769829"/>
                </a:lnTo>
                <a:lnTo>
                  <a:pt x="2304256" y="3962432"/>
                </a:lnTo>
                <a:lnTo>
                  <a:pt x="0" y="3962432"/>
                </a:lnTo>
                <a:lnTo>
                  <a:pt x="0" y="866088"/>
                </a:lnTo>
                <a:lnTo>
                  <a:pt x="1767662" y="866088"/>
                </a:lnTo>
                <a:lnTo>
                  <a:pt x="1766512" y="864096"/>
                </a:lnTo>
                <a:lnTo>
                  <a:pt x="2125872" y="8648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 AND CONTENTS LAYOUT_02">
  <p:cSld name="1_IMAGE AND CONTENTS LAYOUT_02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38"/>
          <p:cNvGrpSpPr/>
          <p:nvPr/>
        </p:nvGrpSpPr>
        <p:grpSpPr>
          <a:xfrm>
            <a:off x="8914193" y="1702663"/>
            <a:ext cx="2307768" cy="2309828"/>
            <a:chOff x="8582298" y="2310847"/>
            <a:chExt cx="2026966" cy="2028775"/>
          </a:xfrm>
        </p:grpSpPr>
        <p:sp>
          <p:nvSpPr>
            <p:cNvPr id="126" name="Google Shape;126;p38"/>
            <p:cNvSpPr/>
            <p:nvPr/>
          </p:nvSpPr>
          <p:spPr>
            <a:xfrm>
              <a:off x="8582298" y="2310847"/>
              <a:ext cx="2026966" cy="2028775"/>
            </a:xfrm>
            <a:prstGeom prst="ellipse">
              <a:avLst/>
            </a:prstGeom>
            <a:noFill/>
            <a:ln w="15875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8"/>
            <p:cNvSpPr/>
            <p:nvPr/>
          </p:nvSpPr>
          <p:spPr>
            <a:xfrm>
              <a:off x="10287809" y="2607228"/>
              <a:ext cx="205017" cy="205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38"/>
          <p:cNvGrpSpPr/>
          <p:nvPr/>
        </p:nvGrpSpPr>
        <p:grpSpPr>
          <a:xfrm>
            <a:off x="925989" y="1702663"/>
            <a:ext cx="2307768" cy="2309828"/>
            <a:chOff x="853440" y="2310847"/>
            <a:chExt cx="2026966" cy="2028775"/>
          </a:xfrm>
        </p:grpSpPr>
        <p:sp>
          <p:nvSpPr>
            <p:cNvPr id="129" name="Google Shape;129;p38"/>
            <p:cNvSpPr/>
            <p:nvPr/>
          </p:nvSpPr>
          <p:spPr>
            <a:xfrm>
              <a:off x="853440" y="2310847"/>
              <a:ext cx="2026966" cy="2028775"/>
            </a:xfrm>
            <a:prstGeom prst="ellipse">
              <a:avLst/>
            </a:prstGeom>
            <a:noFill/>
            <a:ln w="1587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8"/>
            <p:cNvSpPr/>
            <p:nvPr/>
          </p:nvSpPr>
          <p:spPr>
            <a:xfrm>
              <a:off x="2558951" y="2607228"/>
              <a:ext cx="205017" cy="205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38"/>
          <p:cNvGrpSpPr/>
          <p:nvPr/>
        </p:nvGrpSpPr>
        <p:grpSpPr>
          <a:xfrm>
            <a:off x="4920091" y="1702663"/>
            <a:ext cx="2307768" cy="2309828"/>
            <a:chOff x="4717869" y="2310847"/>
            <a:chExt cx="2026966" cy="2028775"/>
          </a:xfrm>
        </p:grpSpPr>
        <p:sp>
          <p:nvSpPr>
            <p:cNvPr id="132" name="Google Shape;132;p38"/>
            <p:cNvSpPr/>
            <p:nvPr/>
          </p:nvSpPr>
          <p:spPr>
            <a:xfrm>
              <a:off x="4717869" y="2310847"/>
              <a:ext cx="2026966" cy="2028775"/>
            </a:xfrm>
            <a:prstGeom prst="ellipse">
              <a:avLst/>
            </a:prstGeom>
            <a:noFill/>
            <a:ln w="1587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8"/>
            <p:cNvSpPr/>
            <p:nvPr/>
          </p:nvSpPr>
          <p:spPr>
            <a:xfrm>
              <a:off x="6423380" y="2607228"/>
              <a:ext cx="205017" cy="205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38"/>
          <p:cNvSpPr>
            <a:spLocks noGrp="1"/>
          </p:cNvSpPr>
          <p:nvPr>
            <p:ph type="pic" idx="2"/>
          </p:nvPr>
        </p:nvSpPr>
        <p:spPr>
          <a:xfrm>
            <a:off x="1096182" y="1873775"/>
            <a:ext cx="1967385" cy="1967604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5" name="Google Shape;135;p38"/>
          <p:cNvSpPr>
            <a:spLocks noGrp="1"/>
          </p:cNvSpPr>
          <p:nvPr>
            <p:ph type="pic" idx="3"/>
          </p:nvPr>
        </p:nvSpPr>
        <p:spPr>
          <a:xfrm>
            <a:off x="5090284" y="1873775"/>
            <a:ext cx="1967385" cy="1967604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6" name="Google Shape;136;p38"/>
          <p:cNvSpPr>
            <a:spLocks noGrp="1"/>
          </p:cNvSpPr>
          <p:nvPr>
            <p:ph type="pic" idx="4"/>
          </p:nvPr>
        </p:nvSpPr>
        <p:spPr>
          <a:xfrm>
            <a:off x="9084387" y="1873775"/>
            <a:ext cx="1967385" cy="1967604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cxnSp>
        <p:nvCxnSpPr>
          <p:cNvPr id="137" name="Google Shape;137;p38"/>
          <p:cNvCxnSpPr/>
          <p:nvPr/>
        </p:nvCxnSpPr>
        <p:spPr>
          <a:xfrm>
            <a:off x="848279" y="4911997"/>
            <a:ext cx="246319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38" name="Google Shape;138;p38"/>
          <p:cNvCxnSpPr/>
          <p:nvPr/>
        </p:nvCxnSpPr>
        <p:spPr>
          <a:xfrm>
            <a:off x="4842381" y="4911997"/>
            <a:ext cx="246319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39" name="Google Shape;139;p38"/>
          <p:cNvCxnSpPr/>
          <p:nvPr/>
        </p:nvCxnSpPr>
        <p:spPr>
          <a:xfrm>
            <a:off x="8836484" y="4911997"/>
            <a:ext cx="246319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p38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38"/>
          <p:cNvSpPr txBox="1"/>
          <p:nvPr/>
        </p:nvSpPr>
        <p:spPr>
          <a:xfrm>
            <a:off x="0" y="6519446"/>
            <a:ext cx="12192000" cy="338554"/>
          </a:xfrm>
          <a:prstGeom prst="rect">
            <a:avLst/>
          </a:prstGeom>
          <a:gradFill>
            <a:gsLst>
              <a:gs pos="0">
                <a:schemeClr val="accent1"/>
              </a:gs>
              <a:gs pos="13000">
                <a:schemeClr val="accent1"/>
              </a:gs>
              <a:gs pos="18000">
                <a:schemeClr val="accent2"/>
              </a:gs>
              <a:gs pos="37000">
                <a:schemeClr val="accent2"/>
              </a:gs>
              <a:gs pos="42000">
                <a:schemeClr val="accent3"/>
              </a:gs>
              <a:gs pos="62000">
                <a:schemeClr val="accent3"/>
              </a:gs>
              <a:gs pos="67000">
                <a:schemeClr val="accent4"/>
              </a:gs>
              <a:gs pos="72000">
                <a:schemeClr val="accent4"/>
              </a:gs>
              <a:gs pos="77000">
                <a:schemeClr val="accent5"/>
              </a:gs>
              <a:gs pos="9898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Science Technology Engineering Arts Mathematics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s slide layout">
  <p:cSld name="3_Contents slide layou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39"/>
          <p:cNvGrpSpPr/>
          <p:nvPr/>
        </p:nvGrpSpPr>
        <p:grpSpPr>
          <a:xfrm flipH="1">
            <a:off x="592779" y="1333500"/>
            <a:ext cx="4034462" cy="4935026"/>
            <a:chOff x="6446339" y="1280897"/>
            <a:chExt cx="4320717" cy="5285178"/>
          </a:xfrm>
        </p:grpSpPr>
        <p:sp>
          <p:nvSpPr>
            <p:cNvPr id="144" name="Google Shape;144;p39"/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/>
              <a:ahLst/>
              <a:cxnLst/>
              <a:rect l="l" t="t" r="r" b="b"/>
              <a:pathLst>
                <a:path w="847725" h="390525" extrusionOk="0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9"/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/>
              <a:ahLst/>
              <a:cxnLst/>
              <a:rect l="l" t="t" r="r" b="b"/>
              <a:pathLst>
                <a:path w="828675" h="381000" extrusionOk="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9"/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/>
              <a:ahLst/>
              <a:cxnLst/>
              <a:rect l="l" t="t" r="r" b="b"/>
              <a:pathLst>
                <a:path w="1800225" h="1914525" extrusionOk="0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9"/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/>
              <a:ahLst/>
              <a:cxnLst/>
              <a:rect l="l" t="t" r="r" b="b"/>
              <a:pathLst>
                <a:path w="1771650" h="1666875" extrusionOk="0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9"/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/>
              <a:ahLst/>
              <a:cxnLst/>
              <a:rect l="l" t="t" r="r" b="b"/>
              <a:pathLst>
                <a:path w="1628775" h="1419225" extrusionOk="0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9"/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/>
              <a:ahLst/>
              <a:cxnLst/>
              <a:rect l="l" t="t" r="r" b="b"/>
              <a:pathLst>
                <a:path w="1685925" h="361950" extrusionOk="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9"/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/>
              <a:ahLst/>
              <a:cxnLst/>
              <a:rect l="l" t="t" r="r" b="b"/>
              <a:pathLst>
                <a:path w="2775473" h="3394037" extrusionOk="0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901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39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39"/>
          <p:cNvSpPr>
            <a:spLocks noGrp="1"/>
          </p:cNvSpPr>
          <p:nvPr>
            <p:ph type="pic" idx="2"/>
          </p:nvPr>
        </p:nvSpPr>
        <p:spPr>
          <a:xfrm>
            <a:off x="859407" y="1640713"/>
            <a:ext cx="3631408" cy="315774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153" name="Google Shape;153;p39"/>
          <p:cNvGrpSpPr/>
          <p:nvPr/>
        </p:nvGrpSpPr>
        <p:grpSpPr>
          <a:xfrm rot="10800000" flipH="1">
            <a:off x="5427361" y="1143268"/>
            <a:ext cx="1337278" cy="220479"/>
            <a:chOff x="5809673" y="3008118"/>
            <a:chExt cx="2419398" cy="398889"/>
          </a:xfrm>
        </p:grpSpPr>
        <p:sp>
          <p:nvSpPr>
            <p:cNvPr id="154" name="Google Shape;154;p39"/>
            <p:cNvSpPr/>
            <p:nvPr/>
          </p:nvSpPr>
          <p:spPr>
            <a:xfrm>
              <a:off x="5809673" y="3008118"/>
              <a:ext cx="398888" cy="3988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9"/>
            <p:cNvSpPr/>
            <p:nvPr/>
          </p:nvSpPr>
          <p:spPr>
            <a:xfrm>
              <a:off x="6314801" y="3008118"/>
              <a:ext cx="398888" cy="3988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9"/>
            <p:cNvSpPr/>
            <p:nvPr/>
          </p:nvSpPr>
          <p:spPr>
            <a:xfrm>
              <a:off x="6819928" y="3008118"/>
              <a:ext cx="398888" cy="398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9"/>
            <p:cNvSpPr/>
            <p:nvPr/>
          </p:nvSpPr>
          <p:spPr>
            <a:xfrm>
              <a:off x="7325056" y="3008118"/>
              <a:ext cx="398888" cy="39888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9"/>
            <p:cNvSpPr/>
            <p:nvPr/>
          </p:nvSpPr>
          <p:spPr>
            <a:xfrm>
              <a:off x="7830183" y="3008118"/>
              <a:ext cx="398888" cy="39888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Images &amp; Contents Layout">
  <p:cSld name="6_Images &amp; Contents Layou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0"/>
          <p:cNvSpPr/>
          <p:nvPr/>
        </p:nvSpPr>
        <p:spPr>
          <a:xfrm>
            <a:off x="0" y="3254185"/>
            <a:ext cx="12192000" cy="129614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40"/>
          <p:cNvGrpSpPr/>
          <p:nvPr/>
        </p:nvGrpSpPr>
        <p:grpSpPr>
          <a:xfrm>
            <a:off x="741800" y="1570966"/>
            <a:ext cx="2520000" cy="4680000"/>
            <a:chOff x="445712" y="1449040"/>
            <a:chExt cx="2520000" cy="4680000"/>
          </a:xfrm>
        </p:grpSpPr>
        <p:sp>
          <p:nvSpPr>
            <p:cNvPr id="162" name="Google Shape;162;p40"/>
            <p:cNvSpPr/>
            <p:nvPr/>
          </p:nvSpPr>
          <p:spPr>
            <a:xfrm>
              <a:off x="445712" y="1449040"/>
              <a:ext cx="2520000" cy="468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0"/>
            <p:cNvSpPr/>
            <p:nvPr/>
          </p:nvSpPr>
          <p:spPr>
            <a:xfrm>
              <a:off x="1597700" y="1680321"/>
              <a:ext cx="216024" cy="34350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4" name="Google Shape;164;p40"/>
            <p:cNvGrpSpPr/>
            <p:nvPr/>
          </p:nvGrpSpPr>
          <p:grpSpPr>
            <a:xfrm>
              <a:off x="1549420" y="5712364"/>
              <a:ext cx="312583" cy="312583"/>
              <a:chOff x="1570727" y="5532687"/>
              <a:chExt cx="312583" cy="312583"/>
            </a:xfrm>
          </p:grpSpPr>
          <p:sp>
            <p:nvSpPr>
              <p:cNvPr id="165" name="Google Shape;165;p40"/>
              <p:cNvSpPr/>
              <p:nvPr/>
            </p:nvSpPr>
            <p:spPr>
              <a:xfrm>
                <a:off x="1570727" y="5532687"/>
                <a:ext cx="312583" cy="312583"/>
              </a:xfrm>
              <a:prstGeom prst="ellipse">
                <a:avLst/>
              </a:prstGeom>
              <a:gradFill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7F7F7F"/>
                  </a:gs>
                  <a:gs pos="100000">
                    <a:srgbClr val="BFBFBF"/>
                  </a:gs>
                </a:gsLst>
                <a:lin ang="10800000" scaled="0"/>
              </a:gradFill>
              <a:ln w="127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700"/>
                  <a:buFont typeface="Arial"/>
                  <a:buNone/>
                </a:pPr>
                <a:endParaRPr sz="27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40"/>
              <p:cNvSpPr/>
              <p:nvPr/>
            </p:nvSpPr>
            <p:spPr>
              <a:xfrm>
                <a:off x="1655532" y="5616970"/>
                <a:ext cx="142969" cy="144016"/>
              </a:xfrm>
              <a:prstGeom prst="roundRect">
                <a:avLst>
                  <a:gd name="adj" fmla="val 16667"/>
                </a:avLst>
              </a:prstGeom>
              <a:solidFill>
                <a:srgbClr val="737373"/>
              </a:solidFill>
              <a:ln w="9525" cap="flat" cmpd="sng">
                <a:solidFill>
                  <a:srgbClr val="B0B0B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700"/>
                  <a:buFont typeface="Arial"/>
                  <a:buNone/>
                </a:pPr>
                <a:endParaRPr sz="27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7" name="Google Shape;167;p40"/>
          <p:cNvSpPr>
            <a:spLocks noGrp="1"/>
          </p:cNvSpPr>
          <p:nvPr>
            <p:ph type="pic" idx="2"/>
          </p:nvPr>
        </p:nvSpPr>
        <p:spPr>
          <a:xfrm>
            <a:off x="921680" y="1930403"/>
            <a:ext cx="2160240" cy="374441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8" name="Google Shape;168;p40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69" name="Google Shape;169;p40"/>
          <p:cNvGrpSpPr/>
          <p:nvPr/>
        </p:nvGrpSpPr>
        <p:grpSpPr>
          <a:xfrm rot="10800000" flipH="1">
            <a:off x="5427361" y="1143268"/>
            <a:ext cx="1337278" cy="220479"/>
            <a:chOff x="5809673" y="3008118"/>
            <a:chExt cx="2419398" cy="398889"/>
          </a:xfrm>
        </p:grpSpPr>
        <p:sp>
          <p:nvSpPr>
            <p:cNvPr id="170" name="Google Shape;170;p40"/>
            <p:cNvSpPr/>
            <p:nvPr/>
          </p:nvSpPr>
          <p:spPr>
            <a:xfrm>
              <a:off x="5809673" y="3008118"/>
              <a:ext cx="398888" cy="3988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0"/>
            <p:cNvSpPr/>
            <p:nvPr/>
          </p:nvSpPr>
          <p:spPr>
            <a:xfrm>
              <a:off x="6314801" y="3008118"/>
              <a:ext cx="398888" cy="3988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0"/>
            <p:cNvSpPr/>
            <p:nvPr/>
          </p:nvSpPr>
          <p:spPr>
            <a:xfrm>
              <a:off x="6819928" y="3008118"/>
              <a:ext cx="398888" cy="398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0"/>
            <p:cNvSpPr/>
            <p:nvPr/>
          </p:nvSpPr>
          <p:spPr>
            <a:xfrm>
              <a:off x="7325056" y="3008118"/>
              <a:ext cx="398888" cy="39888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0"/>
            <p:cNvSpPr/>
            <p:nvPr/>
          </p:nvSpPr>
          <p:spPr>
            <a:xfrm>
              <a:off x="7830183" y="3008118"/>
              <a:ext cx="398888" cy="39888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Images &amp; Contents Layout">
  <p:cSld name="24_Images &amp; Contents Layou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/>
          <p:nvPr/>
        </p:nvSpPr>
        <p:spPr>
          <a:xfrm>
            <a:off x="673240" y="1141827"/>
            <a:ext cx="10862268" cy="50543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1"/>
          <p:cNvSpPr>
            <a:spLocks noGrp="1"/>
          </p:cNvSpPr>
          <p:nvPr>
            <p:ph type="pic" idx="2"/>
          </p:nvPr>
        </p:nvSpPr>
        <p:spPr>
          <a:xfrm>
            <a:off x="6229977" y="653142"/>
            <a:ext cx="4824557" cy="505432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Images &amp; Contents Layout">
  <p:cSld name="31_Images &amp; Contents Layou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2"/>
          <p:cNvSpPr/>
          <p:nvPr/>
        </p:nvSpPr>
        <p:spPr>
          <a:xfrm>
            <a:off x="0" y="1894646"/>
            <a:ext cx="12191999" cy="30687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2"/>
          <p:cNvSpPr>
            <a:spLocks noGrp="1"/>
          </p:cNvSpPr>
          <p:nvPr>
            <p:ph type="pic" idx="2"/>
          </p:nvPr>
        </p:nvSpPr>
        <p:spPr>
          <a:xfrm>
            <a:off x="4697013" y="52057"/>
            <a:ext cx="6847888" cy="675388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6_Images &amp; Contents Layout">
  <p:cSld name="56_Images &amp; Contents Layou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>
            <a:spLocks noGrp="1"/>
          </p:cNvSpPr>
          <p:nvPr>
            <p:ph type="pic" idx="2"/>
          </p:nvPr>
        </p:nvSpPr>
        <p:spPr>
          <a:xfrm>
            <a:off x="4940090" y="0"/>
            <a:ext cx="725191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0_Images &amp; Contents">
  <p:cSld name="40_Images &amp; Contents">
    <p:bg>
      <p:bgPr>
        <a:solidFill>
          <a:schemeClr val="accent2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5"/>
          <p:cNvSpPr>
            <a:spLocks noGrp="1"/>
          </p:cNvSpPr>
          <p:nvPr>
            <p:ph type="pic" idx="2"/>
          </p:nvPr>
        </p:nvSpPr>
        <p:spPr>
          <a:xfrm>
            <a:off x="3990974" y="0"/>
            <a:ext cx="820102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Images &amp; Contents">
  <p:cSld name="8_Images &amp; Contents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6"/>
          <p:cNvSpPr>
            <a:spLocks noGrp="1"/>
          </p:cNvSpPr>
          <p:nvPr>
            <p:ph type="pic" idx="2"/>
          </p:nvPr>
        </p:nvSpPr>
        <p:spPr>
          <a:xfrm>
            <a:off x="0" y="0"/>
            <a:ext cx="7227683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&amp; Contents">
  <p:cSld name="Images &amp; Contents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7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s slide layout">
  <p:cSld name="5_Contents slide layout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7999"/>
          </a:xfrm>
          <a:prstGeom prst="parallelogram">
            <a:avLst>
              <a:gd name="adj" fmla="val 90695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ts slide layout">
  <p:cSld name="7_Contents slide layou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9"/>
          <p:cNvSpPr>
            <a:spLocks noGrp="1"/>
          </p:cNvSpPr>
          <p:nvPr>
            <p:ph type="pic" idx="2"/>
          </p:nvPr>
        </p:nvSpPr>
        <p:spPr>
          <a:xfrm>
            <a:off x="5321175" y="1"/>
            <a:ext cx="6784903" cy="659339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NG sets layout">
  <p:cSld name="PNG sets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0"/>
          <p:cNvSpPr txBox="1">
            <a:spLocks noGrp="1"/>
          </p:cNvSpPr>
          <p:nvPr>
            <p:ph type="body" idx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con sets layout">
  <p:cSld name="1_Icon sets layout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1"/>
          <p:cNvSpPr txBox="1">
            <a:spLocks noGrp="1"/>
          </p:cNvSpPr>
          <p:nvPr>
            <p:ph type="body" idx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" name="Google Shape;225;p51"/>
          <p:cNvSpPr/>
          <p:nvPr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1"/>
              <a:buFont typeface="Arial"/>
              <a:buNone/>
            </a:pPr>
            <a:endParaRPr sz="135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1"/>
          <p:cNvSpPr/>
          <p:nvPr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lt1">
              <a:alpha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1"/>
              <a:buFont typeface="Arial"/>
              <a:buNone/>
            </a:pPr>
            <a:endParaRPr sz="135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1"/>
          <p:cNvSpPr/>
          <p:nvPr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lt1">
              <a:alpha val="2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1"/>
              <a:buFont typeface="Arial"/>
              <a:buNone/>
            </a:pPr>
            <a:endParaRPr sz="1351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1"/>
          <p:cNvSpPr txBox="1"/>
          <p:nvPr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can Resize without losing quality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1"/>
          <p:cNvSpPr txBox="1"/>
          <p:nvPr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can Change Fill Color &amp;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 Color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1"/>
          <p:cNvSpPr txBox="1"/>
          <p:nvPr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www.allppt.com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1"/>
          <p:cNvSpPr txBox="1"/>
          <p:nvPr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PPT TEMPLATES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288" y="-8468"/>
            <a:ext cx="12226405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461" y="2404534"/>
            <a:ext cx="776895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461" y="4050835"/>
            <a:ext cx="776895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8B0F-CBAE-46FD-B4EA-D12624985B2F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5300-1448-46C1-91C0-11029C0513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397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Layout">
  <p:cSld name="Basic Layout">
    <p:bg>
      <p:bgPr>
        <a:solidFill>
          <a:schemeClr val="lt1"/>
        </a:solidFill>
        <a:effectLst/>
      </p:bgPr>
    </p:bg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70" descr="E:\002-KIMS BUSINESS\007-02-Fullslidesppt-Contents\20161206\02-\blue-pencil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89" y="3813043"/>
            <a:ext cx="5157105" cy="3044957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70"/>
          <p:cNvSpPr txBox="1">
            <a:spLocks noGrp="1"/>
          </p:cNvSpPr>
          <p:nvPr>
            <p:ph type="body" idx="1"/>
          </p:nvPr>
        </p:nvSpPr>
        <p:spPr>
          <a:xfrm>
            <a:off x="911424" y="644691"/>
            <a:ext cx="3456384" cy="1632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8" name="Google Shape;678;p70"/>
          <p:cNvSpPr txBox="1">
            <a:spLocks noGrp="1"/>
          </p:cNvSpPr>
          <p:nvPr>
            <p:ph type="body" idx="2"/>
          </p:nvPr>
        </p:nvSpPr>
        <p:spPr>
          <a:xfrm>
            <a:off x="911424" y="2276872"/>
            <a:ext cx="3456384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sz="1867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asic Layout">
  <p:cSld name="4_Basic Layout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2"/>
          <p:cNvSpPr/>
          <p:nvPr/>
        </p:nvSpPr>
        <p:spPr>
          <a:xfrm>
            <a:off x="5088809" y="3352278"/>
            <a:ext cx="1728193" cy="3530996"/>
          </a:xfrm>
          <a:custGeom>
            <a:avLst/>
            <a:gdLst/>
            <a:ahLst/>
            <a:cxnLst/>
            <a:rect l="l" t="t" r="r" b="b"/>
            <a:pathLst>
              <a:path w="3292922" h="6728001" extrusionOk="0">
                <a:moveTo>
                  <a:pt x="1313917" y="6728001"/>
                </a:moveTo>
                <a:lnTo>
                  <a:pt x="3080150" y="6709503"/>
                </a:lnTo>
                <a:cubicBezTo>
                  <a:pt x="2901007" y="5613780"/>
                  <a:pt x="2805281" y="4930985"/>
                  <a:pt x="2530643" y="3878472"/>
                </a:cubicBezTo>
                <a:cubicBezTo>
                  <a:pt x="2496835" y="3710006"/>
                  <a:pt x="2416222" y="3623214"/>
                  <a:pt x="2388013" y="3421148"/>
                </a:cubicBezTo>
                <a:cubicBezTo>
                  <a:pt x="2488975" y="3081794"/>
                  <a:pt x="2557147" y="3039271"/>
                  <a:pt x="2644943" y="2791070"/>
                </a:cubicBezTo>
                <a:cubicBezTo>
                  <a:pt x="2710030" y="2495898"/>
                  <a:pt x="2711066" y="2456210"/>
                  <a:pt x="2754481" y="2192548"/>
                </a:cubicBezTo>
                <a:cubicBezTo>
                  <a:pt x="2746333" y="1985452"/>
                  <a:pt x="3073254" y="1479481"/>
                  <a:pt x="3271692" y="1150868"/>
                </a:cubicBezTo>
                <a:cubicBezTo>
                  <a:pt x="3356967" y="952533"/>
                  <a:pt x="3169677" y="805276"/>
                  <a:pt x="2988703" y="1054514"/>
                </a:cubicBezTo>
                <a:cubicBezTo>
                  <a:pt x="2845795" y="1216579"/>
                  <a:pt x="2581031" y="1593810"/>
                  <a:pt x="2421106" y="1821072"/>
                </a:cubicBezTo>
                <a:cubicBezTo>
                  <a:pt x="2548106" y="1401971"/>
                  <a:pt x="2665581" y="992397"/>
                  <a:pt x="2764006" y="563772"/>
                </a:cubicBezTo>
                <a:cubicBezTo>
                  <a:pt x="2813218" y="314534"/>
                  <a:pt x="2595731" y="208171"/>
                  <a:pt x="2487781" y="397084"/>
                </a:cubicBezTo>
                <a:cubicBezTo>
                  <a:pt x="2363956" y="569328"/>
                  <a:pt x="2150336" y="1369872"/>
                  <a:pt x="2034792" y="1645310"/>
                </a:cubicBezTo>
                <a:cubicBezTo>
                  <a:pt x="2091942" y="1194459"/>
                  <a:pt x="2078206" y="628860"/>
                  <a:pt x="2082969" y="154197"/>
                </a:cubicBezTo>
                <a:cubicBezTo>
                  <a:pt x="2082969" y="38309"/>
                  <a:pt x="1835318" y="-129965"/>
                  <a:pt x="1768643" y="163723"/>
                </a:cubicBezTo>
                <a:cubicBezTo>
                  <a:pt x="1682124" y="397879"/>
                  <a:pt x="1638953" y="1234968"/>
                  <a:pt x="1625667" y="1620945"/>
                </a:cubicBezTo>
                <a:cubicBezTo>
                  <a:pt x="1564339" y="1205538"/>
                  <a:pt x="1505118" y="766972"/>
                  <a:pt x="1482893" y="378035"/>
                </a:cubicBezTo>
                <a:cubicBezTo>
                  <a:pt x="1454318" y="84347"/>
                  <a:pt x="1220956" y="133560"/>
                  <a:pt x="1197144" y="368510"/>
                </a:cubicBezTo>
                <a:cubicBezTo>
                  <a:pt x="1136819" y="844760"/>
                  <a:pt x="1162771" y="1265312"/>
                  <a:pt x="1188171" y="1717750"/>
                </a:cubicBezTo>
                <a:cubicBezTo>
                  <a:pt x="1140161" y="2045735"/>
                  <a:pt x="1199686" y="2167944"/>
                  <a:pt x="1046440" y="2322687"/>
                </a:cubicBezTo>
                <a:cubicBezTo>
                  <a:pt x="855940" y="2122662"/>
                  <a:pt x="618019" y="1903036"/>
                  <a:pt x="227494" y="1822074"/>
                </a:cubicBezTo>
                <a:cubicBezTo>
                  <a:pt x="-15394" y="1795087"/>
                  <a:pt x="-102122" y="1989280"/>
                  <a:pt x="159816" y="2133742"/>
                </a:cubicBezTo>
                <a:cubicBezTo>
                  <a:pt x="345554" y="2368692"/>
                  <a:pt x="756777" y="2611448"/>
                  <a:pt x="861805" y="2861852"/>
                </a:cubicBezTo>
                <a:cubicBezTo>
                  <a:pt x="1030874" y="3125377"/>
                  <a:pt x="1206326" y="3251130"/>
                  <a:pt x="1378569" y="3432105"/>
                </a:cubicBezTo>
                <a:cubicBezTo>
                  <a:pt x="1526589" y="3620465"/>
                  <a:pt x="1509779" y="3863770"/>
                  <a:pt x="1506706" y="4107073"/>
                </a:cubicBezTo>
                <a:cubicBezTo>
                  <a:pt x="1513397" y="5266921"/>
                  <a:pt x="1464287" y="5526742"/>
                  <a:pt x="1313917" y="6728001"/>
                </a:cubicBezTo>
                <a:close/>
              </a:path>
            </a:pathLst>
          </a:custGeom>
          <a:solidFill>
            <a:srgbClr val="BFBFBF">
              <a:alpha val="69019"/>
            </a:srgbClr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72"/>
          <p:cNvSpPr txBox="1">
            <a:spLocks noGrp="1"/>
          </p:cNvSpPr>
          <p:nvPr>
            <p:ph type="body" idx="1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0" name="Google Shape;690;p72"/>
          <p:cNvSpPr txBox="1">
            <a:spLocks noGrp="1"/>
          </p:cNvSpPr>
          <p:nvPr>
            <p:ph type="body" idx="2"/>
          </p:nvPr>
        </p:nvSpPr>
        <p:spPr>
          <a:xfrm>
            <a:off x="0" y="932723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sz="1867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91" name="Google Shape;691;p72" descr="E:\002-KIMS BUSINESS\007-02-Fullslidesppt-Contents\20161206\02-\color-pencil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151972"/>
            <a:ext cx="12192000" cy="715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Basic Layout">
  <p:cSld name="7_Basic Layout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3"/>
          <p:cNvSpPr txBox="1">
            <a:spLocks noGrp="1"/>
          </p:cNvSpPr>
          <p:nvPr>
            <p:ph type="body" idx="1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4" name="Google Shape;694;p73"/>
          <p:cNvSpPr txBox="1">
            <a:spLocks noGrp="1"/>
          </p:cNvSpPr>
          <p:nvPr>
            <p:ph type="body" idx="2"/>
          </p:nvPr>
        </p:nvSpPr>
        <p:spPr>
          <a:xfrm>
            <a:off x="0" y="932723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sz="1867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asic Layout">
  <p:cSld name="3_Basic Layout">
    <p:bg>
      <p:bgPr>
        <a:solidFill>
          <a:schemeClr val="accent3"/>
        </a:solidFill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4"/>
          <p:cNvSpPr txBox="1">
            <a:spLocks noGrp="1"/>
          </p:cNvSpPr>
          <p:nvPr>
            <p:ph type="body" idx="1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5333"/>
              <a:buFont typeface="Arial"/>
              <a:buNone/>
              <a:defRPr sz="5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7" name="Google Shape;697;p74"/>
          <p:cNvSpPr txBox="1">
            <a:spLocks noGrp="1"/>
          </p:cNvSpPr>
          <p:nvPr>
            <p:ph type="body" idx="2"/>
          </p:nvPr>
        </p:nvSpPr>
        <p:spPr>
          <a:xfrm>
            <a:off x="0" y="932723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1867"/>
              <a:buFont typeface="Arial"/>
              <a:buNone/>
              <a:defRPr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98" name="Google Shape;698;p74" descr="E:\002-KIMS BUSINESS\007-02-Fullslidesppt-Contents\20161206\02-\color-pencil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151972"/>
            <a:ext cx="12192000" cy="715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asic Layout">
  <p:cSld name="5_Basic Layout">
    <p:bg>
      <p:bgPr>
        <a:solidFill>
          <a:schemeClr val="lt1"/>
        </a:solidFill>
        <a:effectLst/>
      </p:bgPr>
    </p:bg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5"/>
          <p:cNvSpPr/>
          <p:nvPr/>
        </p:nvSpPr>
        <p:spPr>
          <a:xfrm>
            <a:off x="0" y="4389107"/>
            <a:ext cx="12192000" cy="24688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75"/>
          <p:cNvSpPr txBox="1">
            <a:spLocks noGrp="1"/>
          </p:cNvSpPr>
          <p:nvPr>
            <p:ph type="body" idx="1"/>
          </p:nvPr>
        </p:nvSpPr>
        <p:spPr>
          <a:xfrm>
            <a:off x="719403" y="4838133"/>
            <a:ext cx="4153583" cy="157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asic Layout">
  <p:cSld name="2_Basic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76"/>
          <p:cNvSpPr/>
          <p:nvPr/>
        </p:nvSpPr>
        <p:spPr>
          <a:xfrm>
            <a:off x="527382" y="212643"/>
            <a:ext cx="11137237" cy="6432715"/>
          </a:xfrm>
          <a:prstGeom prst="rect">
            <a:avLst/>
          </a:prstGeom>
          <a:solidFill>
            <a:schemeClr val="lt1">
              <a:alpha val="6901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76"/>
          <p:cNvSpPr txBox="1">
            <a:spLocks noGrp="1"/>
          </p:cNvSpPr>
          <p:nvPr>
            <p:ph type="body" idx="1"/>
          </p:nvPr>
        </p:nvSpPr>
        <p:spPr>
          <a:xfrm>
            <a:off x="0" y="301184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6" name="Google Shape;706;p76"/>
          <p:cNvSpPr txBox="1">
            <a:spLocks noGrp="1"/>
          </p:cNvSpPr>
          <p:nvPr>
            <p:ph type="body" idx="2"/>
          </p:nvPr>
        </p:nvSpPr>
        <p:spPr>
          <a:xfrm>
            <a:off x="0" y="1069269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sz="1867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Contents Layout">
  <p:cSld name="Images and Contents Layout"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7"/>
          <p:cNvSpPr>
            <a:spLocks noGrp="1"/>
          </p:cNvSpPr>
          <p:nvPr>
            <p:ph type="pic" idx="2"/>
          </p:nvPr>
        </p:nvSpPr>
        <p:spPr>
          <a:xfrm>
            <a:off x="649610" y="1678931"/>
            <a:ext cx="3167743" cy="455506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9" name="Google Shape;709;p77"/>
          <p:cNvSpPr txBox="1">
            <a:spLocks noGrp="1"/>
          </p:cNvSpPr>
          <p:nvPr>
            <p:ph type="body" idx="1"/>
          </p:nvPr>
        </p:nvSpPr>
        <p:spPr>
          <a:xfrm>
            <a:off x="0" y="242176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0" name="Google Shape;710;p77"/>
          <p:cNvSpPr txBox="1">
            <a:spLocks noGrp="1"/>
          </p:cNvSpPr>
          <p:nvPr>
            <p:ph type="body" idx="3"/>
          </p:nvPr>
        </p:nvSpPr>
        <p:spPr>
          <a:xfrm>
            <a:off x="0" y="1010261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sz="1867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1" name="Google Shape;711;p77"/>
          <p:cNvSpPr>
            <a:spLocks noGrp="1"/>
          </p:cNvSpPr>
          <p:nvPr>
            <p:ph type="pic" idx="4"/>
          </p:nvPr>
        </p:nvSpPr>
        <p:spPr>
          <a:xfrm>
            <a:off x="4022495" y="1678320"/>
            <a:ext cx="2400000" cy="31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2" name="Google Shape;712;p77"/>
          <p:cNvSpPr>
            <a:spLocks noGrp="1"/>
          </p:cNvSpPr>
          <p:nvPr>
            <p:ph type="pic" idx="5"/>
          </p:nvPr>
        </p:nvSpPr>
        <p:spPr>
          <a:xfrm>
            <a:off x="6595552" y="1678320"/>
            <a:ext cx="2400000" cy="31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3" name="Google Shape;713;p77"/>
          <p:cNvSpPr>
            <a:spLocks noGrp="1"/>
          </p:cNvSpPr>
          <p:nvPr>
            <p:ph type="pic" idx="6"/>
          </p:nvPr>
        </p:nvSpPr>
        <p:spPr>
          <a:xfrm>
            <a:off x="9168608" y="1678320"/>
            <a:ext cx="2400000" cy="31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14" name="Google Shape;714;p77"/>
          <p:cNvSpPr/>
          <p:nvPr/>
        </p:nvSpPr>
        <p:spPr>
          <a:xfrm>
            <a:off x="4022495" y="4965171"/>
            <a:ext cx="2400000" cy="12688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77"/>
          <p:cNvSpPr/>
          <p:nvPr/>
        </p:nvSpPr>
        <p:spPr>
          <a:xfrm>
            <a:off x="6595552" y="4965171"/>
            <a:ext cx="2400000" cy="126882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77"/>
          <p:cNvSpPr/>
          <p:nvPr/>
        </p:nvSpPr>
        <p:spPr>
          <a:xfrm>
            <a:off x="9168608" y="4965171"/>
            <a:ext cx="2400000" cy="1268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s and Contents Layout">
  <p:cSld name="1_Images and Contents Layout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8"/>
          <p:cNvSpPr txBox="1">
            <a:spLocks noGrp="1"/>
          </p:cNvSpPr>
          <p:nvPr>
            <p:ph type="body" idx="1"/>
          </p:nvPr>
        </p:nvSpPr>
        <p:spPr>
          <a:xfrm>
            <a:off x="0" y="242176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9" name="Google Shape;719;p78"/>
          <p:cNvSpPr txBox="1">
            <a:spLocks noGrp="1"/>
          </p:cNvSpPr>
          <p:nvPr>
            <p:ph type="body" idx="2"/>
          </p:nvPr>
        </p:nvSpPr>
        <p:spPr>
          <a:xfrm>
            <a:off x="0" y="1010261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sz="1867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0" name="Google Shape;720;p78"/>
          <p:cNvSpPr>
            <a:spLocks noGrp="1"/>
          </p:cNvSpPr>
          <p:nvPr>
            <p:ph type="pic" idx="3"/>
          </p:nvPr>
        </p:nvSpPr>
        <p:spPr>
          <a:xfrm>
            <a:off x="4856142" y="1699523"/>
            <a:ext cx="2649569" cy="225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1" name="Google Shape;721;p78"/>
          <p:cNvSpPr>
            <a:spLocks noGrp="1"/>
          </p:cNvSpPr>
          <p:nvPr>
            <p:ph type="pic" idx="4"/>
          </p:nvPr>
        </p:nvSpPr>
        <p:spPr>
          <a:xfrm>
            <a:off x="7505083" y="1699523"/>
            <a:ext cx="2342984" cy="225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2" name="Google Shape;722;p78"/>
          <p:cNvSpPr>
            <a:spLocks noGrp="1"/>
          </p:cNvSpPr>
          <p:nvPr>
            <p:ph type="pic" idx="5"/>
          </p:nvPr>
        </p:nvSpPr>
        <p:spPr>
          <a:xfrm>
            <a:off x="9847693" y="1699523"/>
            <a:ext cx="2342984" cy="225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3" name="Google Shape;723;p78"/>
          <p:cNvSpPr>
            <a:spLocks noGrp="1"/>
          </p:cNvSpPr>
          <p:nvPr>
            <p:ph type="pic" idx="6"/>
          </p:nvPr>
        </p:nvSpPr>
        <p:spPr>
          <a:xfrm>
            <a:off x="4851280" y="3952861"/>
            <a:ext cx="2649569" cy="225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4" name="Google Shape;724;p78"/>
          <p:cNvSpPr>
            <a:spLocks noGrp="1"/>
          </p:cNvSpPr>
          <p:nvPr>
            <p:ph type="pic" idx="7"/>
          </p:nvPr>
        </p:nvSpPr>
        <p:spPr>
          <a:xfrm>
            <a:off x="7500220" y="3952861"/>
            <a:ext cx="2342984" cy="225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5" name="Google Shape;725;p78"/>
          <p:cNvSpPr>
            <a:spLocks noGrp="1"/>
          </p:cNvSpPr>
          <p:nvPr>
            <p:ph type="pic" idx="8"/>
          </p:nvPr>
        </p:nvSpPr>
        <p:spPr>
          <a:xfrm>
            <a:off x="9842831" y="3952861"/>
            <a:ext cx="2342984" cy="225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6" name="Google Shape;726;p78"/>
          <p:cNvSpPr/>
          <p:nvPr/>
        </p:nvSpPr>
        <p:spPr>
          <a:xfrm>
            <a:off x="1" y="1696861"/>
            <a:ext cx="4859363" cy="451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mages and Contents Layout">
  <p:cSld name="2_Images and Contents Layout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79"/>
          <p:cNvSpPr txBox="1">
            <a:spLocks noGrp="1"/>
          </p:cNvSpPr>
          <p:nvPr>
            <p:ph type="body" idx="1"/>
          </p:nvPr>
        </p:nvSpPr>
        <p:spPr>
          <a:xfrm>
            <a:off x="0" y="242176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9" name="Google Shape;729;p79"/>
          <p:cNvSpPr txBox="1">
            <a:spLocks noGrp="1"/>
          </p:cNvSpPr>
          <p:nvPr>
            <p:ph type="body" idx="2"/>
          </p:nvPr>
        </p:nvSpPr>
        <p:spPr>
          <a:xfrm>
            <a:off x="0" y="1010261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0" name="Google Shape;730;p79"/>
          <p:cNvSpPr>
            <a:spLocks noGrp="1"/>
          </p:cNvSpPr>
          <p:nvPr>
            <p:ph type="pic" idx="3"/>
          </p:nvPr>
        </p:nvSpPr>
        <p:spPr>
          <a:xfrm>
            <a:off x="6576053" y="1652733"/>
            <a:ext cx="4991945" cy="458126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Basic Layout">
  <p:cSld name="6_Basic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80"/>
          <p:cNvSpPr/>
          <p:nvPr/>
        </p:nvSpPr>
        <p:spPr>
          <a:xfrm>
            <a:off x="0" y="0"/>
            <a:ext cx="12192000" cy="1316765"/>
          </a:xfrm>
          <a:prstGeom prst="rect">
            <a:avLst/>
          </a:prstGeom>
          <a:solidFill>
            <a:schemeClr val="lt1">
              <a:alpha val="6901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80"/>
          <p:cNvSpPr txBox="1">
            <a:spLocks noGrp="1"/>
          </p:cNvSpPr>
          <p:nvPr>
            <p:ph type="body" idx="1"/>
          </p:nvPr>
        </p:nvSpPr>
        <p:spPr>
          <a:xfrm>
            <a:off x="0" y="68627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5" name="Google Shape;735;p80"/>
          <p:cNvSpPr txBox="1">
            <a:spLocks noGrp="1"/>
          </p:cNvSpPr>
          <p:nvPr>
            <p:ph type="body" idx="2"/>
          </p:nvPr>
        </p:nvSpPr>
        <p:spPr>
          <a:xfrm>
            <a:off x="0" y="836712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sz="1867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6" name="Google Shape;736;p80"/>
          <p:cNvSpPr/>
          <p:nvPr/>
        </p:nvSpPr>
        <p:spPr>
          <a:xfrm>
            <a:off x="0" y="3717032"/>
            <a:ext cx="12192000" cy="24688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7" name="Google Shape;737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9600" y="1652733"/>
            <a:ext cx="5560851" cy="304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80"/>
          <p:cNvSpPr>
            <a:spLocks noGrp="1"/>
          </p:cNvSpPr>
          <p:nvPr>
            <p:ph type="pic" idx="3"/>
          </p:nvPr>
        </p:nvSpPr>
        <p:spPr>
          <a:xfrm>
            <a:off x="4072262" y="1796819"/>
            <a:ext cx="3690423" cy="240026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Images and Contents Layout">
  <p:cSld name="4_Images and Contents Layout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81"/>
          <p:cNvSpPr txBox="1">
            <a:spLocks noGrp="1"/>
          </p:cNvSpPr>
          <p:nvPr>
            <p:ph type="body" idx="1"/>
          </p:nvPr>
        </p:nvSpPr>
        <p:spPr>
          <a:xfrm>
            <a:off x="0" y="242176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sz="53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1" name="Google Shape;741;p81"/>
          <p:cNvSpPr txBox="1">
            <a:spLocks noGrp="1"/>
          </p:cNvSpPr>
          <p:nvPr>
            <p:ph type="body" idx="2"/>
          </p:nvPr>
        </p:nvSpPr>
        <p:spPr>
          <a:xfrm>
            <a:off x="0" y="1010261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42" name="Google Shape;742;p81" descr="D:\Fullppt\PNG이미지\모니터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49258" y="3236980"/>
            <a:ext cx="2893484" cy="2885017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81"/>
          <p:cNvSpPr>
            <a:spLocks noGrp="1"/>
          </p:cNvSpPr>
          <p:nvPr>
            <p:ph type="pic" idx="3"/>
          </p:nvPr>
        </p:nvSpPr>
        <p:spPr>
          <a:xfrm>
            <a:off x="4790354" y="3367577"/>
            <a:ext cx="2626535" cy="178961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744" name="Google Shape;744;p81" descr="E:\002-KIMS BUSINESS\007-02-Fullslidesppt-Contents\20161206\02-\color-pencil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51972"/>
            <a:ext cx="12192000" cy="715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Images and Contents Layout">
  <p:cSld name="5_Images and Contents Layout"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82"/>
          <p:cNvSpPr txBox="1">
            <a:spLocks noGrp="1"/>
          </p:cNvSpPr>
          <p:nvPr>
            <p:ph type="body" idx="1"/>
          </p:nvPr>
        </p:nvSpPr>
        <p:spPr>
          <a:xfrm>
            <a:off x="6745072" y="626219"/>
            <a:ext cx="5446928" cy="174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7" name="Google Shape;747;p82"/>
          <p:cNvSpPr txBox="1">
            <a:spLocks noGrp="1"/>
          </p:cNvSpPr>
          <p:nvPr>
            <p:ph type="body" idx="2"/>
          </p:nvPr>
        </p:nvSpPr>
        <p:spPr>
          <a:xfrm>
            <a:off x="6745072" y="2372883"/>
            <a:ext cx="5446928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sz="1867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82"/>
          <p:cNvSpPr>
            <a:spLocks noGrp="1"/>
          </p:cNvSpPr>
          <p:nvPr>
            <p:ph type="pic" idx="3"/>
          </p:nvPr>
        </p:nvSpPr>
        <p:spPr>
          <a:xfrm>
            <a:off x="1" y="0"/>
            <a:ext cx="3791744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9" name="Google Shape;749;p82"/>
          <p:cNvSpPr/>
          <p:nvPr/>
        </p:nvSpPr>
        <p:spPr>
          <a:xfrm>
            <a:off x="3791744" y="0"/>
            <a:ext cx="232932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Images and Contents Layout">
  <p:cSld name="7_Images and Contents Layout"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apes sets layout">
  <p:cSld name="shapes sets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84"/>
          <p:cNvSpPr txBox="1">
            <a:spLocks noGrp="1"/>
          </p:cNvSpPr>
          <p:nvPr>
            <p:ph type="body" idx="1"/>
          </p:nvPr>
        </p:nvSpPr>
        <p:spPr>
          <a:xfrm>
            <a:off x="323528" y="12347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con sets layout">
  <p:cSld name="icon sets layout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85"/>
          <p:cNvSpPr txBox="1">
            <a:spLocks noGrp="1"/>
          </p:cNvSpPr>
          <p:nvPr>
            <p:ph type="body" idx="1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6" name="Google Shape;756;p85"/>
          <p:cNvSpPr/>
          <p:nvPr/>
        </p:nvSpPr>
        <p:spPr>
          <a:xfrm>
            <a:off x="472011" y="1508786"/>
            <a:ext cx="3799787" cy="486556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85"/>
          <p:cNvSpPr/>
          <p:nvPr/>
        </p:nvSpPr>
        <p:spPr>
          <a:xfrm>
            <a:off x="709243" y="1796667"/>
            <a:ext cx="144693" cy="4320631"/>
          </a:xfrm>
          <a:prstGeom prst="roundRect">
            <a:avLst>
              <a:gd name="adj" fmla="val 50000"/>
            </a:avLst>
          </a:prstGeom>
          <a:solidFill>
            <a:schemeClr val="lt1">
              <a:alpha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85"/>
          <p:cNvSpPr/>
          <p:nvPr/>
        </p:nvSpPr>
        <p:spPr>
          <a:xfrm rot="5400000">
            <a:off x="3456857" y="1650935"/>
            <a:ext cx="669775" cy="669775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lt1">
              <a:alpha val="2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728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gif"/><Relationship Id="rId5" Type="http://schemas.openxmlformats.org/officeDocument/2006/relationships/image" Target="../media/image9.jpg"/><Relationship Id="rId4" Type="http://schemas.openxmlformats.org/officeDocument/2006/relationships/image" Target="../media/image8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86"/>
          <p:cNvPicPr preferRelativeResize="0"/>
          <p:nvPr/>
        </p:nvPicPr>
        <p:blipFill rotWithShape="1">
          <a:blip r:embed="rId3">
            <a:alphaModFix/>
          </a:blip>
          <a:srcRect b="17128"/>
          <a:stretch/>
        </p:blipFill>
        <p:spPr>
          <a:xfrm>
            <a:off x="0" y="72650"/>
            <a:ext cx="12191999" cy="56833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4" name="Google Shape;764;p86"/>
          <p:cNvGrpSpPr/>
          <p:nvPr/>
        </p:nvGrpSpPr>
        <p:grpSpPr>
          <a:xfrm>
            <a:off x="3467491" y="2775272"/>
            <a:ext cx="5242948" cy="981076"/>
            <a:chOff x="609600" y="2828925"/>
            <a:chExt cx="4733925" cy="885825"/>
          </a:xfrm>
        </p:grpSpPr>
        <p:sp>
          <p:nvSpPr>
            <p:cNvPr id="765" name="Google Shape;765;p86"/>
            <p:cNvSpPr/>
            <p:nvPr/>
          </p:nvSpPr>
          <p:spPr>
            <a:xfrm>
              <a:off x="609600" y="2828925"/>
              <a:ext cx="885825" cy="8858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86"/>
            <p:cNvSpPr/>
            <p:nvPr/>
          </p:nvSpPr>
          <p:spPr>
            <a:xfrm>
              <a:off x="1571625" y="2828925"/>
              <a:ext cx="885825" cy="8858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86"/>
            <p:cNvSpPr/>
            <p:nvPr/>
          </p:nvSpPr>
          <p:spPr>
            <a:xfrm>
              <a:off x="2533650" y="2828925"/>
              <a:ext cx="885825" cy="8858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86"/>
            <p:cNvSpPr/>
            <p:nvPr/>
          </p:nvSpPr>
          <p:spPr>
            <a:xfrm>
              <a:off x="3495675" y="2828925"/>
              <a:ext cx="885825" cy="8858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86"/>
            <p:cNvSpPr/>
            <p:nvPr/>
          </p:nvSpPr>
          <p:spPr>
            <a:xfrm>
              <a:off x="4457700" y="2828925"/>
              <a:ext cx="885825" cy="8858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0" name="Google Shape;770;p86"/>
          <p:cNvSpPr/>
          <p:nvPr/>
        </p:nvSpPr>
        <p:spPr>
          <a:xfrm rot="10800000">
            <a:off x="4589775" y="2769585"/>
            <a:ext cx="869883" cy="963507"/>
          </a:xfrm>
          <a:custGeom>
            <a:avLst/>
            <a:gdLst/>
            <a:ahLst/>
            <a:cxnLst/>
            <a:rect l="l" t="t" r="r" b="b"/>
            <a:pathLst>
              <a:path w="869883" h="963507" extrusionOk="0">
                <a:moveTo>
                  <a:pt x="249393" y="183621"/>
                </a:moveTo>
                <a:cubicBezTo>
                  <a:pt x="265458" y="186191"/>
                  <a:pt x="280878" y="175268"/>
                  <a:pt x="283449" y="159204"/>
                </a:cubicBezTo>
                <a:cubicBezTo>
                  <a:pt x="286019" y="143140"/>
                  <a:pt x="275095" y="127719"/>
                  <a:pt x="259032" y="125148"/>
                </a:cubicBezTo>
                <a:cubicBezTo>
                  <a:pt x="242968" y="122578"/>
                  <a:pt x="227547" y="133502"/>
                  <a:pt x="224976" y="149565"/>
                </a:cubicBezTo>
                <a:cubicBezTo>
                  <a:pt x="221764" y="165630"/>
                  <a:pt x="233329" y="181050"/>
                  <a:pt x="249393" y="183621"/>
                </a:cubicBezTo>
                <a:close/>
                <a:moveTo>
                  <a:pt x="795252" y="408697"/>
                </a:moveTo>
                <a:cubicBezTo>
                  <a:pt x="817199" y="404994"/>
                  <a:pt x="829844" y="377537"/>
                  <a:pt x="809612" y="355860"/>
                </a:cubicBezTo>
                <a:cubicBezTo>
                  <a:pt x="775572" y="335307"/>
                  <a:pt x="743459" y="374486"/>
                  <a:pt x="771076" y="403388"/>
                </a:cubicBezTo>
                <a:cubicBezTo>
                  <a:pt x="779586" y="408526"/>
                  <a:pt x="787936" y="409931"/>
                  <a:pt x="795252" y="408697"/>
                </a:cubicBezTo>
                <a:close/>
                <a:moveTo>
                  <a:pt x="100086" y="631479"/>
                </a:moveTo>
                <a:cubicBezTo>
                  <a:pt x="84101" y="631479"/>
                  <a:pt x="71143" y="618521"/>
                  <a:pt x="71143" y="602536"/>
                </a:cubicBezTo>
                <a:cubicBezTo>
                  <a:pt x="71143" y="586551"/>
                  <a:pt x="84101" y="573593"/>
                  <a:pt x="100086" y="573593"/>
                </a:cubicBezTo>
                <a:cubicBezTo>
                  <a:pt x="116071" y="573593"/>
                  <a:pt x="129029" y="586551"/>
                  <a:pt x="129029" y="602536"/>
                </a:cubicBezTo>
                <a:cubicBezTo>
                  <a:pt x="129029" y="618521"/>
                  <a:pt x="116071" y="631479"/>
                  <a:pt x="100086" y="631479"/>
                </a:cubicBezTo>
                <a:close/>
                <a:moveTo>
                  <a:pt x="100086" y="660422"/>
                </a:moveTo>
                <a:cubicBezTo>
                  <a:pt x="132056" y="660422"/>
                  <a:pt x="157972" y="634506"/>
                  <a:pt x="157972" y="602536"/>
                </a:cubicBezTo>
                <a:cubicBezTo>
                  <a:pt x="157972" y="570566"/>
                  <a:pt x="132056" y="544650"/>
                  <a:pt x="100086" y="544650"/>
                </a:cubicBezTo>
                <a:cubicBezTo>
                  <a:pt x="68116" y="544650"/>
                  <a:pt x="42200" y="570566"/>
                  <a:pt x="42200" y="602536"/>
                </a:cubicBezTo>
                <a:cubicBezTo>
                  <a:pt x="42200" y="634506"/>
                  <a:pt x="68116" y="660422"/>
                  <a:pt x="100086" y="660422"/>
                </a:cubicBezTo>
                <a:close/>
                <a:moveTo>
                  <a:pt x="636483" y="963507"/>
                </a:moveTo>
                <a:lnTo>
                  <a:pt x="423144" y="963507"/>
                </a:lnTo>
                <a:lnTo>
                  <a:pt x="417256" y="959411"/>
                </a:lnTo>
                <a:lnTo>
                  <a:pt x="118065" y="959411"/>
                </a:lnTo>
                <a:lnTo>
                  <a:pt x="118065" y="908722"/>
                </a:lnTo>
                <a:cubicBezTo>
                  <a:pt x="118065" y="880727"/>
                  <a:pt x="140759" y="858033"/>
                  <a:pt x="168754" y="858033"/>
                </a:cubicBezTo>
                <a:lnTo>
                  <a:pt x="271522" y="858033"/>
                </a:lnTo>
                <a:lnTo>
                  <a:pt x="44795" y="700313"/>
                </a:lnTo>
                <a:cubicBezTo>
                  <a:pt x="-2543" y="667383"/>
                  <a:pt x="-14222" y="602314"/>
                  <a:pt x="18708" y="554976"/>
                </a:cubicBezTo>
                <a:cubicBezTo>
                  <a:pt x="26940" y="543142"/>
                  <a:pt x="37181" y="533536"/>
                  <a:pt x="48652" y="526299"/>
                </a:cubicBezTo>
                <a:lnTo>
                  <a:pt x="74792" y="516166"/>
                </a:lnTo>
                <a:lnTo>
                  <a:pt x="74213" y="514501"/>
                </a:lnTo>
                <a:lnTo>
                  <a:pt x="631187" y="342364"/>
                </a:lnTo>
                <a:lnTo>
                  <a:pt x="297632" y="217056"/>
                </a:lnTo>
                <a:lnTo>
                  <a:pt x="272796" y="228529"/>
                </a:lnTo>
                <a:cubicBezTo>
                  <a:pt x="263087" y="230929"/>
                  <a:pt x="252766" y="231491"/>
                  <a:pt x="242325" y="229885"/>
                </a:cubicBezTo>
                <a:lnTo>
                  <a:pt x="218472" y="221008"/>
                </a:lnTo>
                <a:lnTo>
                  <a:pt x="164724" y="258948"/>
                </a:lnTo>
                <a:lnTo>
                  <a:pt x="56132" y="241600"/>
                </a:lnTo>
                <a:lnTo>
                  <a:pt x="6014" y="156783"/>
                </a:lnTo>
                <a:lnTo>
                  <a:pt x="9869" y="132366"/>
                </a:lnTo>
                <a:lnTo>
                  <a:pt x="25290" y="134936"/>
                </a:lnTo>
                <a:lnTo>
                  <a:pt x="77338" y="212042"/>
                </a:lnTo>
                <a:lnTo>
                  <a:pt x="156371" y="224893"/>
                </a:lnTo>
                <a:lnTo>
                  <a:pt x="191922" y="196932"/>
                </a:lnTo>
                <a:lnTo>
                  <a:pt x="178712" y="141855"/>
                </a:lnTo>
                <a:cubicBezTo>
                  <a:pt x="182247" y="120972"/>
                  <a:pt x="193813" y="103463"/>
                  <a:pt x="209717" y="91977"/>
                </a:cubicBezTo>
                <a:lnTo>
                  <a:pt x="214528" y="89741"/>
                </a:lnTo>
                <a:lnTo>
                  <a:pt x="186572" y="46905"/>
                </a:lnTo>
                <a:lnTo>
                  <a:pt x="107539" y="34698"/>
                </a:lnTo>
                <a:lnTo>
                  <a:pt x="34288" y="91884"/>
                </a:lnTo>
                <a:lnTo>
                  <a:pt x="18224" y="89314"/>
                </a:lnTo>
                <a:lnTo>
                  <a:pt x="22079" y="64898"/>
                </a:lnTo>
                <a:lnTo>
                  <a:pt x="96615" y="0"/>
                </a:lnTo>
                <a:lnTo>
                  <a:pt x="205206" y="17348"/>
                </a:lnTo>
                <a:lnTo>
                  <a:pt x="250632" y="78961"/>
                </a:lnTo>
                <a:lnTo>
                  <a:pt x="266742" y="78243"/>
                </a:lnTo>
                <a:cubicBezTo>
                  <a:pt x="287625" y="81456"/>
                  <a:pt x="305135" y="93022"/>
                  <a:pt x="316620" y="109005"/>
                </a:cubicBezTo>
                <a:lnTo>
                  <a:pt x="319435" y="115098"/>
                </a:lnTo>
                <a:lnTo>
                  <a:pt x="803977" y="300705"/>
                </a:lnTo>
                <a:lnTo>
                  <a:pt x="824626" y="306486"/>
                </a:lnTo>
                <a:cubicBezTo>
                  <a:pt x="843332" y="315879"/>
                  <a:pt x="858425" y="332417"/>
                  <a:pt x="865490" y="353933"/>
                </a:cubicBezTo>
                <a:cubicBezTo>
                  <a:pt x="880262" y="397608"/>
                  <a:pt x="856498" y="443851"/>
                  <a:pt x="813466" y="457981"/>
                </a:cubicBezTo>
                <a:lnTo>
                  <a:pt x="293089" y="618657"/>
                </a:lnTo>
                <a:lnTo>
                  <a:pt x="603336" y="834477"/>
                </a:lnTo>
                <a:lnTo>
                  <a:pt x="625895" y="858033"/>
                </a:lnTo>
                <a:lnTo>
                  <a:pt x="705014" y="858033"/>
                </a:lnTo>
                <a:cubicBezTo>
                  <a:pt x="733009" y="858033"/>
                  <a:pt x="755703" y="880727"/>
                  <a:pt x="755703" y="908722"/>
                </a:cubicBezTo>
                <a:lnTo>
                  <a:pt x="755703" y="959411"/>
                </a:lnTo>
                <a:lnTo>
                  <a:pt x="638257" y="95941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86"/>
          <p:cNvSpPr/>
          <p:nvPr/>
        </p:nvSpPr>
        <p:spPr>
          <a:xfrm rot="8369018">
            <a:off x="6543420" y="2652942"/>
            <a:ext cx="1146181" cy="1157102"/>
          </a:xfrm>
          <a:custGeom>
            <a:avLst/>
            <a:gdLst/>
            <a:ahLst/>
            <a:cxnLst/>
            <a:rect l="l" t="t" r="r" b="b"/>
            <a:pathLst>
              <a:path w="4411086" h="4453092" extrusionOk="0">
                <a:moveTo>
                  <a:pt x="3095887" y="1153910"/>
                </a:moveTo>
                <a:cubicBezTo>
                  <a:pt x="3119009" y="1174647"/>
                  <a:pt x="3146597" y="1191685"/>
                  <a:pt x="3177861" y="1203446"/>
                </a:cubicBezTo>
                <a:cubicBezTo>
                  <a:pt x="3302917" y="1250492"/>
                  <a:pt x="3439398" y="1195315"/>
                  <a:pt x="3482703" y="1080205"/>
                </a:cubicBezTo>
                <a:cubicBezTo>
                  <a:pt x="3526008" y="965093"/>
                  <a:pt x="3459737" y="833641"/>
                  <a:pt x="3334683" y="786595"/>
                </a:cubicBezTo>
                <a:cubicBezTo>
                  <a:pt x="3209628" y="739549"/>
                  <a:pt x="3073147" y="794724"/>
                  <a:pt x="3029841" y="909836"/>
                </a:cubicBezTo>
                <a:cubicBezTo>
                  <a:pt x="2997363" y="996169"/>
                  <a:pt x="3026521" y="1091695"/>
                  <a:pt x="3095887" y="1153910"/>
                </a:cubicBezTo>
                <a:close/>
                <a:moveTo>
                  <a:pt x="3521423" y="1860548"/>
                </a:moveTo>
                <a:cubicBezTo>
                  <a:pt x="3544546" y="1881285"/>
                  <a:pt x="3572135" y="1898322"/>
                  <a:pt x="3603399" y="1910084"/>
                </a:cubicBezTo>
                <a:cubicBezTo>
                  <a:pt x="3728453" y="1957130"/>
                  <a:pt x="3864935" y="1901953"/>
                  <a:pt x="3908240" y="1786842"/>
                </a:cubicBezTo>
                <a:cubicBezTo>
                  <a:pt x="3951546" y="1671732"/>
                  <a:pt x="3885275" y="1540278"/>
                  <a:pt x="3760220" y="1493232"/>
                </a:cubicBezTo>
                <a:cubicBezTo>
                  <a:pt x="3635166" y="1446186"/>
                  <a:pt x="3498684" y="1501363"/>
                  <a:pt x="3455379" y="1616474"/>
                </a:cubicBezTo>
                <a:cubicBezTo>
                  <a:pt x="3422900" y="1702807"/>
                  <a:pt x="3452057" y="1798333"/>
                  <a:pt x="3521423" y="1860548"/>
                </a:cubicBezTo>
                <a:close/>
                <a:moveTo>
                  <a:pt x="3507502" y="2659088"/>
                </a:moveTo>
                <a:cubicBezTo>
                  <a:pt x="3530625" y="2679826"/>
                  <a:pt x="3558214" y="2696863"/>
                  <a:pt x="3589478" y="2708624"/>
                </a:cubicBezTo>
                <a:cubicBezTo>
                  <a:pt x="3714532" y="2755670"/>
                  <a:pt x="3851014" y="2700494"/>
                  <a:pt x="3894319" y="2585383"/>
                </a:cubicBezTo>
                <a:cubicBezTo>
                  <a:pt x="3937624" y="2470273"/>
                  <a:pt x="3871353" y="2338820"/>
                  <a:pt x="3746299" y="2291774"/>
                </a:cubicBezTo>
                <a:cubicBezTo>
                  <a:pt x="3621245" y="2244728"/>
                  <a:pt x="3484763" y="2299905"/>
                  <a:pt x="3441458" y="2415014"/>
                </a:cubicBezTo>
                <a:cubicBezTo>
                  <a:pt x="3408979" y="2501348"/>
                  <a:pt x="3438136" y="2596873"/>
                  <a:pt x="3507502" y="2659088"/>
                </a:cubicBezTo>
                <a:close/>
                <a:moveTo>
                  <a:pt x="2750047" y="3029987"/>
                </a:moveTo>
                <a:cubicBezTo>
                  <a:pt x="2773168" y="3050726"/>
                  <a:pt x="2800759" y="3067763"/>
                  <a:pt x="2832021" y="3079524"/>
                </a:cubicBezTo>
                <a:cubicBezTo>
                  <a:pt x="2957076" y="3126570"/>
                  <a:pt x="3093558" y="3071393"/>
                  <a:pt x="3136863" y="2956283"/>
                </a:cubicBezTo>
                <a:cubicBezTo>
                  <a:pt x="3180168" y="2841172"/>
                  <a:pt x="3113897" y="2709719"/>
                  <a:pt x="2988843" y="2662673"/>
                </a:cubicBezTo>
                <a:cubicBezTo>
                  <a:pt x="2863789" y="2615627"/>
                  <a:pt x="2727307" y="2670804"/>
                  <a:pt x="2684001" y="2785914"/>
                </a:cubicBezTo>
                <a:cubicBezTo>
                  <a:pt x="2651523" y="2872247"/>
                  <a:pt x="2680681" y="2967773"/>
                  <a:pt x="2750047" y="3029987"/>
                </a:cubicBezTo>
                <a:close/>
                <a:moveTo>
                  <a:pt x="1666926" y="2573567"/>
                </a:moveTo>
                <a:lnTo>
                  <a:pt x="1775047" y="423729"/>
                </a:lnTo>
                <a:lnTo>
                  <a:pt x="1991290" y="423729"/>
                </a:lnTo>
                <a:lnTo>
                  <a:pt x="2099411" y="2573567"/>
                </a:lnTo>
                <a:close/>
                <a:moveTo>
                  <a:pt x="1154974" y="2568578"/>
                </a:moveTo>
                <a:cubicBezTo>
                  <a:pt x="1178096" y="2589317"/>
                  <a:pt x="1205685" y="2606354"/>
                  <a:pt x="1236949" y="2618115"/>
                </a:cubicBezTo>
                <a:cubicBezTo>
                  <a:pt x="1362003" y="2665161"/>
                  <a:pt x="1498485" y="2609985"/>
                  <a:pt x="1541790" y="2494874"/>
                </a:cubicBezTo>
                <a:cubicBezTo>
                  <a:pt x="1585096" y="2379763"/>
                  <a:pt x="1518825" y="2248310"/>
                  <a:pt x="1393770" y="2201264"/>
                </a:cubicBezTo>
                <a:cubicBezTo>
                  <a:pt x="1268716" y="2154218"/>
                  <a:pt x="1132234" y="2209394"/>
                  <a:pt x="1088929" y="2324505"/>
                </a:cubicBezTo>
                <a:cubicBezTo>
                  <a:pt x="1056450" y="2410839"/>
                  <a:pt x="1085608" y="2506364"/>
                  <a:pt x="1154974" y="2568578"/>
                </a:cubicBezTo>
                <a:close/>
                <a:moveTo>
                  <a:pt x="1811301" y="3132571"/>
                </a:moveTo>
                <a:lnTo>
                  <a:pt x="1704026" y="2663196"/>
                </a:lnTo>
                <a:lnTo>
                  <a:pt x="2117930" y="2682436"/>
                </a:lnTo>
                <a:lnTo>
                  <a:pt x="1967575" y="3139835"/>
                </a:lnTo>
                <a:close/>
                <a:moveTo>
                  <a:pt x="474734" y="2026084"/>
                </a:moveTo>
                <a:cubicBezTo>
                  <a:pt x="497856" y="2046823"/>
                  <a:pt x="525445" y="2063859"/>
                  <a:pt x="556709" y="2075621"/>
                </a:cubicBezTo>
                <a:cubicBezTo>
                  <a:pt x="681763" y="2122667"/>
                  <a:pt x="818245" y="2067490"/>
                  <a:pt x="861550" y="1952380"/>
                </a:cubicBezTo>
                <a:cubicBezTo>
                  <a:pt x="904855" y="1837269"/>
                  <a:pt x="838584" y="1705816"/>
                  <a:pt x="713530" y="1658770"/>
                </a:cubicBezTo>
                <a:cubicBezTo>
                  <a:pt x="588476" y="1611724"/>
                  <a:pt x="451994" y="1666900"/>
                  <a:pt x="408689" y="1782011"/>
                </a:cubicBezTo>
                <a:cubicBezTo>
                  <a:pt x="376210" y="1868344"/>
                  <a:pt x="405367" y="1963870"/>
                  <a:pt x="474734" y="2026084"/>
                </a:cubicBezTo>
                <a:close/>
                <a:moveTo>
                  <a:pt x="470005" y="2517620"/>
                </a:moveTo>
                <a:cubicBezTo>
                  <a:pt x="142796" y="2243059"/>
                  <a:pt x="-69074" y="1913805"/>
                  <a:pt x="20698" y="1573981"/>
                </a:cubicBezTo>
                <a:cubicBezTo>
                  <a:pt x="290062" y="677171"/>
                  <a:pt x="1131284" y="1373424"/>
                  <a:pt x="1417683" y="1157395"/>
                </a:cubicBezTo>
                <a:cubicBezTo>
                  <a:pt x="1704082" y="941367"/>
                  <a:pt x="795764" y="512391"/>
                  <a:pt x="1486994" y="164947"/>
                </a:cubicBezTo>
                <a:cubicBezTo>
                  <a:pt x="1963635" y="-91969"/>
                  <a:pt x="2301495" y="-33140"/>
                  <a:pt x="2924035" y="233397"/>
                </a:cubicBezTo>
                <a:cubicBezTo>
                  <a:pt x="3546575" y="499935"/>
                  <a:pt x="4682373" y="1460700"/>
                  <a:pt x="4352060" y="2410274"/>
                </a:cubicBezTo>
                <a:cubicBezTo>
                  <a:pt x="4055563" y="3262631"/>
                  <a:pt x="2903863" y="3342769"/>
                  <a:pt x="2149143" y="3248705"/>
                </a:cubicBezTo>
                <a:cubicBezTo>
                  <a:pt x="2120485" y="3221681"/>
                  <a:pt x="2088781" y="3200633"/>
                  <a:pt x="2056697" y="3184977"/>
                </a:cubicBezTo>
                <a:lnTo>
                  <a:pt x="2029525" y="3174239"/>
                </a:lnTo>
                <a:lnTo>
                  <a:pt x="2074465" y="2961096"/>
                </a:lnTo>
                <a:cubicBezTo>
                  <a:pt x="2174448" y="2968058"/>
                  <a:pt x="2268303" y="2914369"/>
                  <a:pt x="2302852" y="2822534"/>
                </a:cubicBezTo>
                <a:cubicBezTo>
                  <a:pt x="2344980" y="2710550"/>
                  <a:pt x="2283405" y="2583099"/>
                  <a:pt x="2164586" y="2533664"/>
                </a:cubicBezTo>
                <a:lnTo>
                  <a:pt x="2177079" y="2474412"/>
                </a:lnTo>
                <a:lnTo>
                  <a:pt x="2181423" y="2474420"/>
                </a:lnTo>
                <a:lnTo>
                  <a:pt x="2180348" y="2458905"/>
                </a:lnTo>
                <a:lnTo>
                  <a:pt x="2183345" y="2444691"/>
                </a:lnTo>
                <a:lnTo>
                  <a:pt x="2179364" y="2444684"/>
                </a:lnTo>
                <a:lnTo>
                  <a:pt x="2069296" y="855315"/>
                </a:lnTo>
                <a:cubicBezTo>
                  <a:pt x="2264713" y="815272"/>
                  <a:pt x="2400776" y="670372"/>
                  <a:pt x="2376696" y="524656"/>
                </a:cubicBezTo>
                <a:cubicBezTo>
                  <a:pt x="2351678" y="373263"/>
                  <a:pt x="2163271" y="278317"/>
                  <a:pt x="1955875" y="312591"/>
                </a:cubicBezTo>
                <a:cubicBezTo>
                  <a:pt x="1748480" y="346862"/>
                  <a:pt x="1600634" y="497374"/>
                  <a:pt x="1625652" y="648768"/>
                </a:cubicBezTo>
                <a:cubicBezTo>
                  <a:pt x="1635034" y="705540"/>
                  <a:pt x="1667392" y="754373"/>
                  <a:pt x="1715112" y="791433"/>
                </a:cubicBezTo>
                <a:lnTo>
                  <a:pt x="1728511" y="799403"/>
                </a:lnTo>
                <a:lnTo>
                  <a:pt x="1608970" y="2443607"/>
                </a:lnTo>
                <a:lnTo>
                  <a:pt x="1608731" y="2443607"/>
                </a:lnTo>
                <a:lnTo>
                  <a:pt x="1608909" y="2444461"/>
                </a:lnTo>
                <a:lnTo>
                  <a:pt x="1606809" y="2473335"/>
                </a:lnTo>
                <a:lnTo>
                  <a:pt x="1614885" y="2473351"/>
                </a:lnTo>
                <a:lnTo>
                  <a:pt x="1760460" y="3176931"/>
                </a:lnTo>
                <a:cubicBezTo>
                  <a:pt x="1363839" y="3071567"/>
                  <a:pt x="842276" y="2829991"/>
                  <a:pt x="470005" y="2517620"/>
                </a:cubicBezTo>
                <a:close/>
                <a:moveTo>
                  <a:pt x="1703651" y="4144665"/>
                </a:moveTo>
                <a:cubicBezTo>
                  <a:pt x="1692426" y="4135382"/>
                  <a:pt x="1682479" y="4126471"/>
                  <a:pt x="1673433" y="4117764"/>
                </a:cubicBezTo>
                <a:cubicBezTo>
                  <a:pt x="1630012" y="4075967"/>
                  <a:pt x="1607344" y="4038835"/>
                  <a:pt x="1563711" y="3987474"/>
                </a:cubicBezTo>
                <a:cubicBezTo>
                  <a:pt x="1428119" y="3754817"/>
                  <a:pt x="1459551" y="3514918"/>
                  <a:pt x="1577437" y="3369529"/>
                </a:cubicBezTo>
                <a:cubicBezTo>
                  <a:pt x="1695323" y="3224139"/>
                  <a:pt x="1812160" y="3189516"/>
                  <a:pt x="1943877" y="3254126"/>
                </a:cubicBezTo>
                <a:cubicBezTo>
                  <a:pt x="2075594" y="3318736"/>
                  <a:pt x="2201944" y="3486346"/>
                  <a:pt x="2150195" y="3720844"/>
                </a:cubicBezTo>
                <a:cubicBezTo>
                  <a:pt x="2053054" y="4010881"/>
                  <a:pt x="2046121" y="3999957"/>
                  <a:pt x="2256634" y="4453092"/>
                </a:cubicBezTo>
                <a:cubicBezTo>
                  <a:pt x="1923422" y="4292924"/>
                  <a:pt x="1782225" y="4209649"/>
                  <a:pt x="1703651" y="414466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2" name="Google Shape;772;p86"/>
          <p:cNvGrpSpPr/>
          <p:nvPr/>
        </p:nvGrpSpPr>
        <p:grpSpPr>
          <a:xfrm>
            <a:off x="7721590" y="2772298"/>
            <a:ext cx="988481" cy="987024"/>
            <a:chOff x="2611714" y="1452660"/>
            <a:chExt cx="3963104" cy="3957283"/>
          </a:xfrm>
        </p:grpSpPr>
        <p:sp>
          <p:nvSpPr>
            <p:cNvPr id="773" name="Google Shape;773;p86"/>
            <p:cNvSpPr/>
            <p:nvPr/>
          </p:nvSpPr>
          <p:spPr>
            <a:xfrm rot="5400000">
              <a:off x="3996576" y="67797"/>
              <a:ext cx="1193379" cy="3963104"/>
            </a:xfrm>
            <a:custGeom>
              <a:avLst/>
              <a:gdLst/>
              <a:ahLst/>
              <a:cxnLst/>
              <a:rect l="l" t="t" r="r" b="b"/>
              <a:pathLst>
                <a:path w="1193379" h="3963104" extrusionOk="0">
                  <a:moveTo>
                    <a:pt x="291731" y="0"/>
                  </a:moveTo>
                  <a:lnTo>
                    <a:pt x="564605" y="0"/>
                  </a:lnTo>
                  <a:cubicBezTo>
                    <a:pt x="707982" y="0"/>
                    <a:pt x="824212" y="116230"/>
                    <a:pt x="824212" y="259607"/>
                  </a:cubicBezTo>
                  <a:cubicBezTo>
                    <a:pt x="812311" y="1450613"/>
                    <a:pt x="789639" y="1742312"/>
                    <a:pt x="804710" y="2820937"/>
                  </a:cubicBezTo>
                  <a:cubicBezTo>
                    <a:pt x="785221" y="3416922"/>
                    <a:pt x="1344067" y="3958911"/>
                    <a:pt x="1153825" y="3963104"/>
                  </a:cubicBezTo>
                  <a:cubicBezTo>
                    <a:pt x="691323" y="3853235"/>
                    <a:pt x="5536" y="3498816"/>
                    <a:pt x="228" y="2867951"/>
                  </a:cubicBezTo>
                  <a:cubicBezTo>
                    <a:pt x="-3316" y="1920531"/>
                    <a:pt x="35668" y="1207027"/>
                    <a:pt x="32124" y="259607"/>
                  </a:cubicBezTo>
                  <a:cubicBezTo>
                    <a:pt x="32124" y="116230"/>
                    <a:pt x="148354" y="0"/>
                    <a:pt x="2917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701"/>
                <a:buFont typeface="Arial"/>
                <a:buNone/>
              </a:pPr>
              <a:endParaRPr sz="2701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86"/>
            <p:cNvSpPr/>
            <p:nvPr/>
          </p:nvSpPr>
          <p:spPr>
            <a:xfrm rot="10800000">
              <a:off x="3313887" y="2197644"/>
              <a:ext cx="970080" cy="3202984"/>
            </a:xfrm>
            <a:custGeom>
              <a:avLst/>
              <a:gdLst/>
              <a:ahLst/>
              <a:cxnLst/>
              <a:rect l="l" t="t" r="r" b="b"/>
              <a:pathLst>
                <a:path w="1244333" h="3202984" extrusionOk="0">
                  <a:moveTo>
                    <a:pt x="883632" y="288"/>
                  </a:moveTo>
                  <a:cubicBezTo>
                    <a:pt x="1159064" y="-7889"/>
                    <a:pt x="1341397" y="158219"/>
                    <a:pt x="1189052" y="482586"/>
                  </a:cubicBezTo>
                  <a:cubicBezTo>
                    <a:pt x="975620" y="911727"/>
                    <a:pt x="739017" y="984814"/>
                    <a:pt x="754433" y="1465471"/>
                  </a:cubicBezTo>
                  <a:cubicBezTo>
                    <a:pt x="763047" y="1992441"/>
                    <a:pt x="773014" y="2384949"/>
                    <a:pt x="792088" y="3202984"/>
                  </a:cubicBezTo>
                  <a:lnTo>
                    <a:pt x="792088" y="3202984"/>
                  </a:lnTo>
                  <a:lnTo>
                    <a:pt x="0" y="3202984"/>
                  </a:lnTo>
                  <a:lnTo>
                    <a:pt x="0" y="3202984"/>
                  </a:lnTo>
                  <a:lnTo>
                    <a:pt x="0" y="853876"/>
                  </a:lnTo>
                  <a:cubicBezTo>
                    <a:pt x="19874" y="235997"/>
                    <a:pt x="377849" y="5161"/>
                    <a:pt x="883632" y="2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701"/>
                <a:buFont typeface="Arial"/>
                <a:buNone/>
              </a:pPr>
              <a:endParaRPr sz="2701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86"/>
            <p:cNvSpPr/>
            <p:nvPr/>
          </p:nvSpPr>
          <p:spPr>
            <a:xfrm rot="10800000">
              <a:off x="4958576" y="2197645"/>
              <a:ext cx="1601768" cy="3212297"/>
            </a:xfrm>
            <a:custGeom>
              <a:avLst/>
              <a:gdLst/>
              <a:ahLst/>
              <a:cxnLst/>
              <a:rect l="l" t="t" r="r" b="b"/>
              <a:pathLst>
                <a:path w="1601768" h="3212297" extrusionOk="0">
                  <a:moveTo>
                    <a:pt x="693588" y="119"/>
                  </a:moveTo>
                  <a:cubicBezTo>
                    <a:pt x="979449" y="3664"/>
                    <a:pt x="1431633" y="-71482"/>
                    <a:pt x="1563041" y="954899"/>
                  </a:cubicBezTo>
                  <a:lnTo>
                    <a:pt x="1601768" y="3212297"/>
                  </a:lnTo>
                  <a:lnTo>
                    <a:pt x="1601768" y="3212297"/>
                  </a:lnTo>
                  <a:lnTo>
                    <a:pt x="989768" y="3212297"/>
                  </a:lnTo>
                  <a:lnTo>
                    <a:pt x="989768" y="3212297"/>
                  </a:lnTo>
                  <a:cubicBezTo>
                    <a:pt x="961415" y="2495799"/>
                    <a:pt x="964958" y="1779301"/>
                    <a:pt x="904708" y="1062803"/>
                  </a:cubicBezTo>
                  <a:cubicBezTo>
                    <a:pt x="781622" y="431278"/>
                    <a:pt x="46520" y="738644"/>
                    <a:pt x="276501" y="1390832"/>
                  </a:cubicBezTo>
                  <a:cubicBezTo>
                    <a:pt x="-283870" y="827698"/>
                    <a:pt x="84955" y="-9337"/>
                    <a:pt x="693588" y="1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701"/>
                <a:buFont typeface="Arial"/>
                <a:buNone/>
              </a:pPr>
              <a:endParaRPr sz="2701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6" name="Google Shape;776;p86"/>
          <p:cNvSpPr/>
          <p:nvPr/>
        </p:nvSpPr>
        <p:spPr>
          <a:xfrm>
            <a:off x="3459680" y="2564932"/>
            <a:ext cx="981074" cy="1325555"/>
          </a:xfrm>
          <a:custGeom>
            <a:avLst/>
            <a:gdLst/>
            <a:ahLst/>
            <a:cxnLst/>
            <a:rect l="l" t="t" r="r" b="b"/>
            <a:pathLst>
              <a:path w="2823581" h="3962432" extrusionOk="0">
                <a:moveTo>
                  <a:pt x="1366785" y="3230945"/>
                </a:moveTo>
                <a:cubicBezTo>
                  <a:pt x="1292218" y="3230945"/>
                  <a:pt x="1231770" y="3291393"/>
                  <a:pt x="1231770" y="3365960"/>
                </a:cubicBezTo>
                <a:cubicBezTo>
                  <a:pt x="1231770" y="3440527"/>
                  <a:pt x="1292218" y="3500975"/>
                  <a:pt x="1366785" y="3500975"/>
                </a:cubicBezTo>
                <a:cubicBezTo>
                  <a:pt x="1441352" y="3500975"/>
                  <a:pt x="1501800" y="3440527"/>
                  <a:pt x="1501800" y="3365960"/>
                </a:cubicBezTo>
                <a:cubicBezTo>
                  <a:pt x="1501800" y="3291393"/>
                  <a:pt x="1441352" y="3230945"/>
                  <a:pt x="1366785" y="3230945"/>
                </a:cubicBezTo>
                <a:close/>
                <a:moveTo>
                  <a:pt x="1699205" y="3185940"/>
                </a:moveTo>
                <a:cubicBezTo>
                  <a:pt x="1674349" y="3185940"/>
                  <a:pt x="1654200" y="3206089"/>
                  <a:pt x="1654200" y="3230945"/>
                </a:cubicBezTo>
                <a:cubicBezTo>
                  <a:pt x="1654200" y="3255801"/>
                  <a:pt x="1674349" y="3275950"/>
                  <a:pt x="1699205" y="3275950"/>
                </a:cubicBezTo>
                <a:cubicBezTo>
                  <a:pt x="1724061" y="3275950"/>
                  <a:pt x="1744210" y="3255801"/>
                  <a:pt x="1744210" y="3230945"/>
                </a:cubicBezTo>
                <a:cubicBezTo>
                  <a:pt x="1744210" y="3206089"/>
                  <a:pt x="1724061" y="3185940"/>
                  <a:pt x="1699205" y="3185940"/>
                </a:cubicBezTo>
                <a:close/>
                <a:moveTo>
                  <a:pt x="1501800" y="2830204"/>
                </a:moveTo>
                <a:cubicBezTo>
                  <a:pt x="1452089" y="2830204"/>
                  <a:pt x="1411790" y="2870503"/>
                  <a:pt x="1411790" y="2920214"/>
                </a:cubicBezTo>
                <a:cubicBezTo>
                  <a:pt x="1411790" y="2969925"/>
                  <a:pt x="1452089" y="3010224"/>
                  <a:pt x="1501800" y="3010224"/>
                </a:cubicBezTo>
                <a:cubicBezTo>
                  <a:pt x="1551511" y="3010224"/>
                  <a:pt x="1591810" y="2969925"/>
                  <a:pt x="1591810" y="2920214"/>
                </a:cubicBezTo>
                <a:cubicBezTo>
                  <a:pt x="1591810" y="2870503"/>
                  <a:pt x="1551511" y="2830204"/>
                  <a:pt x="1501800" y="2830204"/>
                </a:cubicBezTo>
                <a:close/>
                <a:moveTo>
                  <a:pt x="322536" y="2413264"/>
                </a:moveTo>
                <a:lnTo>
                  <a:pt x="1264147" y="2413264"/>
                </a:lnTo>
                <a:lnTo>
                  <a:pt x="682536" y="3458376"/>
                </a:lnTo>
                <a:lnTo>
                  <a:pt x="898974" y="3458376"/>
                </a:lnTo>
                <a:lnTo>
                  <a:pt x="1480585" y="2413264"/>
                </a:lnTo>
                <a:lnTo>
                  <a:pt x="1978720" y="2413264"/>
                </a:lnTo>
                <a:lnTo>
                  <a:pt x="1978720" y="3628270"/>
                </a:lnTo>
                <a:lnTo>
                  <a:pt x="322536" y="3628270"/>
                </a:lnTo>
                <a:close/>
                <a:moveTo>
                  <a:pt x="322536" y="2153598"/>
                </a:moveTo>
                <a:lnTo>
                  <a:pt x="682536" y="2153598"/>
                </a:lnTo>
                <a:lnTo>
                  <a:pt x="682536" y="2261598"/>
                </a:lnTo>
                <a:lnTo>
                  <a:pt x="322536" y="2261598"/>
                </a:lnTo>
                <a:close/>
                <a:moveTo>
                  <a:pt x="322536" y="1870494"/>
                </a:moveTo>
                <a:lnTo>
                  <a:pt x="826536" y="1870494"/>
                </a:lnTo>
                <a:lnTo>
                  <a:pt x="826536" y="1978494"/>
                </a:lnTo>
                <a:lnTo>
                  <a:pt x="322536" y="1978494"/>
                </a:lnTo>
                <a:close/>
                <a:moveTo>
                  <a:pt x="322536" y="1587391"/>
                </a:moveTo>
                <a:lnTo>
                  <a:pt x="682536" y="1587391"/>
                </a:lnTo>
                <a:lnTo>
                  <a:pt x="682536" y="1695391"/>
                </a:lnTo>
                <a:lnTo>
                  <a:pt x="322536" y="1695391"/>
                </a:lnTo>
                <a:close/>
                <a:moveTo>
                  <a:pt x="322536" y="1304288"/>
                </a:moveTo>
                <a:lnTo>
                  <a:pt x="826536" y="1304288"/>
                </a:lnTo>
                <a:lnTo>
                  <a:pt x="826536" y="1412288"/>
                </a:lnTo>
                <a:lnTo>
                  <a:pt x="322536" y="1412288"/>
                </a:lnTo>
                <a:close/>
                <a:moveTo>
                  <a:pt x="1733633" y="1039034"/>
                </a:moveTo>
                <a:lnTo>
                  <a:pt x="1735422" y="1042133"/>
                </a:lnTo>
                <a:lnTo>
                  <a:pt x="176045" y="1042133"/>
                </a:lnTo>
                <a:lnTo>
                  <a:pt x="176045" y="3786387"/>
                </a:lnTo>
                <a:lnTo>
                  <a:pt x="2128211" y="3786387"/>
                </a:lnTo>
                <a:lnTo>
                  <a:pt x="2128211" y="1722464"/>
                </a:lnTo>
                <a:lnTo>
                  <a:pt x="2131710" y="1728524"/>
                </a:lnTo>
                <a:lnTo>
                  <a:pt x="2527059" y="1040609"/>
                </a:lnTo>
                <a:lnTo>
                  <a:pt x="2244788" y="1040049"/>
                </a:lnTo>
                <a:lnTo>
                  <a:pt x="1480585" y="2413264"/>
                </a:lnTo>
                <a:lnTo>
                  <a:pt x="1264147" y="2413264"/>
                </a:lnTo>
                <a:lnTo>
                  <a:pt x="2028589" y="1039620"/>
                </a:lnTo>
                <a:close/>
                <a:moveTo>
                  <a:pt x="2607143" y="0"/>
                </a:moveTo>
                <a:lnTo>
                  <a:pt x="2823581" y="0"/>
                </a:lnTo>
                <a:lnTo>
                  <a:pt x="2342071" y="865238"/>
                </a:lnTo>
                <a:lnTo>
                  <a:pt x="2823581" y="866194"/>
                </a:lnTo>
                <a:lnTo>
                  <a:pt x="2304256" y="1769829"/>
                </a:lnTo>
                <a:lnTo>
                  <a:pt x="2304256" y="3962432"/>
                </a:lnTo>
                <a:lnTo>
                  <a:pt x="0" y="3962432"/>
                </a:lnTo>
                <a:lnTo>
                  <a:pt x="0" y="866088"/>
                </a:lnTo>
                <a:lnTo>
                  <a:pt x="1767662" y="866088"/>
                </a:lnTo>
                <a:lnTo>
                  <a:pt x="1766512" y="864096"/>
                </a:lnTo>
                <a:lnTo>
                  <a:pt x="2125872" y="8648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86"/>
          <p:cNvSpPr/>
          <p:nvPr/>
        </p:nvSpPr>
        <p:spPr>
          <a:xfrm rot="-7293992">
            <a:off x="5552874" y="2870125"/>
            <a:ext cx="1064408" cy="877308"/>
          </a:xfrm>
          <a:custGeom>
            <a:avLst/>
            <a:gdLst/>
            <a:ahLst/>
            <a:cxnLst/>
            <a:rect l="l" t="t" r="r" b="b"/>
            <a:pathLst>
              <a:path w="4088377" h="3321003" extrusionOk="0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86"/>
          <p:cNvSpPr txBox="1"/>
          <p:nvPr/>
        </p:nvSpPr>
        <p:spPr>
          <a:xfrm>
            <a:off x="2037770" y="1887449"/>
            <a:ext cx="85344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5E71"/>
              </a:buClr>
              <a:buSzPts val="6000"/>
              <a:buFont typeface="Arial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Diploma in Software Engineering 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86"/>
          <p:cNvSpPr txBox="1"/>
          <p:nvPr/>
        </p:nvSpPr>
        <p:spPr>
          <a:xfrm>
            <a:off x="1577056" y="4601354"/>
            <a:ext cx="913291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1358"/>
              </a:buClr>
              <a:buSzPts val="4800"/>
              <a:buFont typeface="Arial"/>
              <a:buNone/>
            </a:pPr>
            <a:r>
              <a:rPr lang="en-US" sz="4800" dirty="0">
                <a:solidFill>
                  <a:srgbClr val="ED7D1F"/>
                </a:solidFill>
              </a:rPr>
              <a:t>F I N A L</a:t>
            </a:r>
            <a:r>
              <a:rPr lang="en-US" sz="4800" b="0" i="0" u="none" strike="noStrike" cap="none" dirty="0">
                <a:solidFill>
                  <a:srgbClr val="ED7D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dirty="0">
                <a:solidFill>
                  <a:srgbClr val="A0C82F"/>
                </a:solidFill>
              </a:rPr>
              <a:t>Y E A R</a:t>
            </a:r>
            <a:r>
              <a:rPr lang="en-US" sz="4800" b="0" i="0" u="none" strike="noStrike" cap="none" dirty="0">
                <a:solidFill>
                  <a:srgbClr val="A0C82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dirty="0">
                <a:solidFill>
                  <a:srgbClr val="32B5D3"/>
                </a:solidFill>
              </a:rPr>
              <a:t>P R O J E C T</a:t>
            </a:r>
            <a:endParaRPr lang="en-US" sz="4800" b="0" i="0" u="none" strike="noStrike" cap="none" dirty="0">
              <a:solidFill>
                <a:srgbClr val="B44B9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1358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E61358"/>
                </a:solidFill>
                <a:latin typeface="Arial"/>
                <a:ea typeface="Arial"/>
                <a:cs typeface="Arial"/>
                <a:sym typeface="Arial"/>
              </a:rPr>
              <a:t>B R I E F I N G</a:t>
            </a:r>
            <a:endParaRPr sz="4800" b="0" i="0" u="none" strike="noStrike" cap="none" dirty="0">
              <a:solidFill>
                <a:srgbClr val="B44B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0" name="Google Shape;780;p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4551" y="912570"/>
            <a:ext cx="1056591" cy="792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8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67364" y="426245"/>
            <a:ext cx="3352301" cy="1239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8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95888" y="930827"/>
            <a:ext cx="1056591" cy="792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None/>
            </a:pPr>
            <a:r>
              <a:rPr lang="en-US" dirty="0"/>
              <a:t>Final Year Project Phases</a:t>
            </a:r>
            <a:endParaRPr dirty="0"/>
          </a:p>
        </p:txBody>
      </p:sp>
      <p:grpSp>
        <p:nvGrpSpPr>
          <p:cNvPr id="788" name="Google Shape;788;p2"/>
          <p:cNvGrpSpPr/>
          <p:nvPr/>
        </p:nvGrpSpPr>
        <p:grpSpPr>
          <a:xfrm>
            <a:off x="3745437" y="1779163"/>
            <a:ext cx="4688763" cy="4223442"/>
            <a:chOff x="2221435" y="2017070"/>
            <a:chExt cx="4688763" cy="4223442"/>
          </a:xfrm>
        </p:grpSpPr>
        <p:cxnSp>
          <p:nvCxnSpPr>
            <p:cNvPr id="789" name="Google Shape;789;p2"/>
            <p:cNvCxnSpPr>
              <a:stCxn id="790" idx="4"/>
            </p:cNvCxnSpPr>
            <p:nvPr/>
          </p:nvCxnSpPr>
          <p:spPr>
            <a:xfrm flipH="1">
              <a:off x="4571858" y="2741103"/>
              <a:ext cx="228000" cy="1264200"/>
            </a:xfrm>
            <a:prstGeom prst="straightConnector1">
              <a:avLst/>
            </a:prstGeom>
            <a:noFill/>
            <a:ln w="3175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1" name="Google Shape;791;p2"/>
            <p:cNvCxnSpPr>
              <a:stCxn id="792" idx="2"/>
            </p:cNvCxnSpPr>
            <p:nvPr/>
          </p:nvCxnSpPr>
          <p:spPr>
            <a:xfrm flipH="1">
              <a:off x="4571981" y="3624297"/>
              <a:ext cx="1601700" cy="344700"/>
            </a:xfrm>
            <a:prstGeom prst="straightConnector1">
              <a:avLst/>
            </a:prstGeom>
            <a:noFill/>
            <a:ln w="3175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3" name="Google Shape;793;p2"/>
            <p:cNvCxnSpPr>
              <a:stCxn id="794" idx="3"/>
            </p:cNvCxnSpPr>
            <p:nvPr/>
          </p:nvCxnSpPr>
          <p:spPr>
            <a:xfrm flipH="1">
              <a:off x="4618421" y="2877547"/>
              <a:ext cx="1431300" cy="1171500"/>
            </a:xfrm>
            <a:prstGeom prst="straightConnector1">
              <a:avLst/>
            </a:prstGeom>
            <a:noFill/>
            <a:ln w="3175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5" name="Google Shape;795;p2"/>
            <p:cNvCxnSpPr>
              <a:stCxn id="796" idx="5"/>
            </p:cNvCxnSpPr>
            <p:nvPr/>
          </p:nvCxnSpPr>
          <p:spPr>
            <a:xfrm>
              <a:off x="3298583" y="3181194"/>
              <a:ext cx="1273500" cy="824100"/>
            </a:xfrm>
            <a:prstGeom prst="straightConnector1">
              <a:avLst/>
            </a:prstGeom>
            <a:noFill/>
            <a:ln w="3175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7" name="Google Shape;797;p2"/>
            <p:cNvCxnSpPr>
              <a:stCxn id="798" idx="7"/>
            </p:cNvCxnSpPr>
            <p:nvPr/>
          </p:nvCxnSpPr>
          <p:spPr>
            <a:xfrm rot="10800000" flipH="1">
              <a:off x="3143375" y="4164377"/>
              <a:ext cx="1189800" cy="1011000"/>
            </a:xfrm>
            <a:prstGeom prst="straightConnector1">
              <a:avLst/>
            </a:prstGeom>
            <a:noFill/>
            <a:ln w="3175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9" name="Google Shape;799;p2"/>
            <p:cNvCxnSpPr>
              <a:endCxn id="800" idx="6"/>
            </p:cNvCxnSpPr>
            <p:nvPr/>
          </p:nvCxnSpPr>
          <p:spPr>
            <a:xfrm flipH="1">
              <a:off x="3277508" y="4005273"/>
              <a:ext cx="1294500" cy="180900"/>
            </a:xfrm>
            <a:prstGeom prst="straightConnector1">
              <a:avLst/>
            </a:prstGeom>
            <a:noFill/>
            <a:ln w="3175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1" name="Google Shape;801;p2"/>
            <p:cNvCxnSpPr>
              <a:endCxn id="802" idx="0"/>
            </p:cNvCxnSpPr>
            <p:nvPr/>
          </p:nvCxnSpPr>
          <p:spPr>
            <a:xfrm flipH="1">
              <a:off x="4303051" y="3958233"/>
              <a:ext cx="267900" cy="1816200"/>
            </a:xfrm>
            <a:prstGeom prst="straightConnector1">
              <a:avLst/>
            </a:prstGeom>
            <a:noFill/>
            <a:ln w="3175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3" name="Google Shape;803;p2"/>
            <p:cNvCxnSpPr>
              <a:endCxn id="804" idx="1"/>
            </p:cNvCxnSpPr>
            <p:nvPr/>
          </p:nvCxnSpPr>
          <p:spPr>
            <a:xfrm>
              <a:off x="4572139" y="4005163"/>
              <a:ext cx="926100" cy="779100"/>
            </a:xfrm>
            <a:prstGeom prst="straightConnector1">
              <a:avLst/>
            </a:prstGeom>
            <a:noFill/>
            <a:ln w="3175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05" name="Google Shape;805;p2"/>
            <p:cNvSpPr/>
            <p:nvPr/>
          </p:nvSpPr>
          <p:spPr>
            <a:xfrm>
              <a:off x="3671899" y="3068960"/>
              <a:ext cx="1800200" cy="180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2"/>
            <p:cNvSpPr/>
            <p:nvPr/>
          </p:nvSpPr>
          <p:spPr>
            <a:xfrm>
              <a:off x="5902086" y="2017070"/>
              <a:ext cx="1008112" cy="10081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2"/>
            <p:cNvSpPr/>
            <p:nvPr/>
          </p:nvSpPr>
          <p:spPr>
            <a:xfrm>
              <a:off x="2506080" y="2388691"/>
              <a:ext cx="928475" cy="9284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"/>
            <p:cNvSpPr/>
            <p:nvPr/>
          </p:nvSpPr>
          <p:spPr>
            <a:xfrm>
              <a:off x="2221435" y="5017197"/>
              <a:ext cx="1080120" cy="108012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"/>
            <p:cNvSpPr/>
            <p:nvPr/>
          </p:nvSpPr>
          <p:spPr>
            <a:xfrm>
              <a:off x="5373413" y="4659437"/>
              <a:ext cx="852363" cy="85236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2"/>
            <p:cNvSpPr/>
            <p:nvPr/>
          </p:nvSpPr>
          <p:spPr>
            <a:xfrm>
              <a:off x="6173681" y="3345951"/>
              <a:ext cx="556692" cy="5566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2"/>
            <p:cNvSpPr/>
            <p:nvPr/>
          </p:nvSpPr>
          <p:spPr>
            <a:xfrm>
              <a:off x="2633381" y="3864109"/>
              <a:ext cx="644127" cy="64412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2"/>
            <p:cNvSpPr/>
            <p:nvPr/>
          </p:nvSpPr>
          <p:spPr>
            <a:xfrm>
              <a:off x="4070011" y="5774433"/>
              <a:ext cx="466079" cy="46607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2"/>
            <p:cNvSpPr/>
            <p:nvPr/>
          </p:nvSpPr>
          <p:spPr>
            <a:xfrm>
              <a:off x="4584206" y="2309799"/>
              <a:ext cx="431304" cy="43130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6" name="Google Shape;806;p2"/>
          <p:cNvGrpSpPr/>
          <p:nvPr/>
        </p:nvGrpSpPr>
        <p:grpSpPr>
          <a:xfrm>
            <a:off x="8607700" y="1655362"/>
            <a:ext cx="2772000" cy="1500514"/>
            <a:chOff x="589458" y="2708920"/>
            <a:chExt cx="1872208" cy="1500514"/>
          </a:xfrm>
        </p:grpSpPr>
        <p:sp>
          <p:nvSpPr>
            <p:cNvPr id="807" name="Google Shape;807;p2"/>
            <p:cNvSpPr/>
            <p:nvPr/>
          </p:nvSpPr>
          <p:spPr>
            <a:xfrm>
              <a:off x="661464" y="2708920"/>
              <a:ext cx="1728192" cy="379785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"/>
            <p:cNvSpPr txBox="1"/>
            <p:nvPr/>
          </p:nvSpPr>
          <p:spPr>
            <a:xfrm>
              <a:off x="589458" y="3193812"/>
              <a:ext cx="1872208" cy="10156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MY" sz="12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Gather data, identify need and establish goal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lang="en-MY" sz="1200" dirty="0">
                <a:solidFill>
                  <a:srgbClr val="3F3F3F"/>
                </a:solidFill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MY" sz="1200" dirty="0">
                  <a:solidFill>
                    <a:srgbClr val="3F3F3F"/>
                  </a:solidFill>
                </a:rPr>
                <a:t>Estimate resources, identify alternative and obtain approval</a:t>
              </a:r>
              <a:endParaRPr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"/>
            <p:cNvSpPr txBox="1"/>
            <p:nvPr/>
          </p:nvSpPr>
          <p:spPr>
            <a:xfrm>
              <a:off x="715735" y="2744923"/>
              <a:ext cx="16196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</a:rPr>
                <a:t>Phase 1 : Concept</a:t>
              </a:r>
              <a:endParaRPr sz="1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0" name="Google Shape;810;p2"/>
          <p:cNvGrpSpPr/>
          <p:nvPr/>
        </p:nvGrpSpPr>
        <p:grpSpPr>
          <a:xfrm>
            <a:off x="8198838" y="4435218"/>
            <a:ext cx="3697888" cy="1124021"/>
            <a:chOff x="576339" y="2708920"/>
            <a:chExt cx="2170455" cy="1124021"/>
          </a:xfrm>
        </p:grpSpPr>
        <p:sp>
          <p:nvSpPr>
            <p:cNvPr id="811" name="Google Shape;811;p2"/>
            <p:cNvSpPr/>
            <p:nvPr/>
          </p:nvSpPr>
          <p:spPr>
            <a:xfrm>
              <a:off x="611560" y="2708920"/>
              <a:ext cx="1728192" cy="37978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"/>
            <p:cNvSpPr txBox="1"/>
            <p:nvPr/>
          </p:nvSpPr>
          <p:spPr>
            <a:xfrm>
              <a:off x="576339" y="3186651"/>
              <a:ext cx="2170455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MY" sz="12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Do coding and execute the project.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lang="en-MY" sz="1200" dirty="0">
                <a:solidFill>
                  <a:srgbClr val="3F3F3F"/>
                </a:solidFill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MY" sz="12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Do quality checking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2"/>
            <p:cNvSpPr txBox="1"/>
            <p:nvPr/>
          </p:nvSpPr>
          <p:spPr>
            <a:xfrm>
              <a:off x="596800" y="2744923"/>
              <a:ext cx="1783948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</a:rPr>
                <a:t>Phase 3 : Implementation (FYP2)</a:t>
              </a:r>
              <a:endParaRPr sz="1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4" name="Google Shape;814;p2"/>
          <p:cNvGrpSpPr/>
          <p:nvPr/>
        </p:nvGrpSpPr>
        <p:grpSpPr>
          <a:xfrm>
            <a:off x="870239" y="4723058"/>
            <a:ext cx="2772000" cy="761891"/>
            <a:chOff x="539552" y="2708920"/>
            <a:chExt cx="1872208" cy="761891"/>
          </a:xfrm>
        </p:grpSpPr>
        <p:sp>
          <p:nvSpPr>
            <p:cNvPr id="815" name="Google Shape;815;p2"/>
            <p:cNvSpPr/>
            <p:nvPr/>
          </p:nvSpPr>
          <p:spPr>
            <a:xfrm>
              <a:off x="611560" y="2708920"/>
              <a:ext cx="1728192" cy="379785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"/>
            <p:cNvSpPr txBox="1"/>
            <p:nvPr/>
          </p:nvSpPr>
          <p:spPr>
            <a:xfrm>
              <a:off x="539552" y="3193812"/>
              <a:ext cx="18722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"/>
            <p:cNvSpPr txBox="1"/>
            <p:nvPr/>
          </p:nvSpPr>
          <p:spPr>
            <a:xfrm>
              <a:off x="665833" y="2744923"/>
              <a:ext cx="16196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chemeClr val="lt1"/>
                  </a:solidFill>
                </a:rPr>
                <a:t>Phase 2 : Development</a:t>
              </a:r>
              <a:endParaRPr sz="1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8" name="Google Shape;818;p2"/>
          <p:cNvGrpSpPr/>
          <p:nvPr/>
        </p:nvGrpSpPr>
        <p:grpSpPr>
          <a:xfrm>
            <a:off x="1142119" y="1932840"/>
            <a:ext cx="2772000" cy="1346626"/>
            <a:chOff x="539552" y="2708920"/>
            <a:chExt cx="1872208" cy="1346626"/>
          </a:xfrm>
        </p:grpSpPr>
        <p:sp>
          <p:nvSpPr>
            <p:cNvPr id="819" name="Google Shape;819;p2"/>
            <p:cNvSpPr/>
            <p:nvPr/>
          </p:nvSpPr>
          <p:spPr>
            <a:xfrm>
              <a:off x="611560" y="2708920"/>
              <a:ext cx="1728192" cy="37978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2"/>
            <p:cNvSpPr txBox="1"/>
            <p:nvPr/>
          </p:nvSpPr>
          <p:spPr>
            <a:xfrm>
              <a:off x="539552" y="3193812"/>
              <a:ext cx="1872208" cy="861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MY" sz="12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IEP 0722 Project Proposal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>
                  <a:solidFill>
                    <a:srgbClr val="3F3F3F"/>
                  </a:solidFill>
                </a:rPr>
                <a:t>2 credit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2"/>
            <p:cNvSpPr txBox="1"/>
            <p:nvPr/>
          </p:nvSpPr>
          <p:spPr>
            <a:xfrm>
              <a:off x="665833" y="2744923"/>
              <a:ext cx="16196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Subject Code</a:t>
              </a:r>
              <a:r>
                <a:rPr lang="en-US" sz="140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2" name="Google Shape;822;p2"/>
          <p:cNvSpPr txBox="1"/>
          <p:nvPr/>
        </p:nvSpPr>
        <p:spPr>
          <a:xfrm>
            <a:off x="5284304" y="3948267"/>
            <a:ext cx="1619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Software Engineering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"/>
          <p:cNvSpPr/>
          <p:nvPr/>
        </p:nvSpPr>
        <p:spPr>
          <a:xfrm rot="8369018">
            <a:off x="7706851" y="2034271"/>
            <a:ext cx="446587" cy="450841"/>
          </a:xfrm>
          <a:custGeom>
            <a:avLst/>
            <a:gdLst/>
            <a:ahLst/>
            <a:cxnLst/>
            <a:rect l="l" t="t" r="r" b="b"/>
            <a:pathLst>
              <a:path w="4411086" h="4453092" extrusionOk="0">
                <a:moveTo>
                  <a:pt x="3095887" y="1153910"/>
                </a:moveTo>
                <a:cubicBezTo>
                  <a:pt x="3119009" y="1174647"/>
                  <a:pt x="3146597" y="1191685"/>
                  <a:pt x="3177861" y="1203446"/>
                </a:cubicBezTo>
                <a:cubicBezTo>
                  <a:pt x="3302917" y="1250492"/>
                  <a:pt x="3439398" y="1195315"/>
                  <a:pt x="3482703" y="1080205"/>
                </a:cubicBezTo>
                <a:cubicBezTo>
                  <a:pt x="3526008" y="965093"/>
                  <a:pt x="3459737" y="833641"/>
                  <a:pt x="3334683" y="786595"/>
                </a:cubicBezTo>
                <a:cubicBezTo>
                  <a:pt x="3209628" y="739549"/>
                  <a:pt x="3073147" y="794724"/>
                  <a:pt x="3029841" y="909836"/>
                </a:cubicBezTo>
                <a:cubicBezTo>
                  <a:pt x="2997363" y="996169"/>
                  <a:pt x="3026521" y="1091695"/>
                  <a:pt x="3095887" y="1153910"/>
                </a:cubicBezTo>
                <a:close/>
                <a:moveTo>
                  <a:pt x="3521423" y="1860548"/>
                </a:moveTo>
                <a:cubicBezTo>
                  <a:pt x="3544546" y="1881285"/>
                  <a:pt x="3572135" y="1898322"/>
                  <a:pt x="3603399" y="1910084"/>
                </a:cubicBezTo>
                <a:cubicBezTo>
                  <a:pt x="3728453" y="1957130"/>
                  <a:pt x="3864935" y="1901953"/>
                  <a:pt x="3908240" y="1786842"/>
                </a:cubicBezTo>
                <a:cubicBezTo>
                  <a:pt x="3951546" y="1671732"/>
                  <a:pt x="3885275" y="1540278"/>
                  <a:pt x="3760220" y="1493232"/>
                </a:cubicBezTo>
                <a:cubicBezTo>
                  <a:pt x="3635166" y="1446186"/>
                  <a:pt x="3498684" y="1501363"/>
                  <a:pt x="3455379" y="1616474"/>
                </a:cubicBezTo>
                <a:cubicBezTo>
                  <a:pt x="3422900" y="1702807"/>
                  <a:pt x="3452057" y="1798333"/>
                  <a:pt x="3521423" y="1860548"/>
                </a:cubicBezTo>
                <a:close/>
                <a:moveTo>
                  <a:pt x="3507502" y="2659088"/>
                </a:moveTo>
                <a:cubicBezTo>
                  <a:pt x="3530625" y="2679826"/>
                  <a:pt x="3558214" y="2696863"/>
                  <a:pt x="3589478" y="2708624"/>
                </a:cubicBezTo>
                <a:cubicBezTo>
                  <a:pt x="3714532" y="2755670"/>
                  <a:pt x="3851014" y="2700494"/>
                  <a:pt x="3894319" y="2585383"/>
                </a:cubicBezTo>
                <a:cubicBezTo>
                  <a:pt x="3937624" y="2470273"/>
                  <a:pt x="3871353" y="2338820"/>
                  <a:pt x="3746299" y="2291774"/>
                </a:cubicBezTo>
                <a:cubicBezTo>
                  <a:pt x="3621245" y="2244728"/>
                  <a:pt x="3484763" y="2299905"/>
                  <a:pt x="3441458" y="2415014"/>
                </a:cubicBezTo>
                <a:cubicBezTo>
                  <a:pt x="3408979" y="2501348"/>
                  <a:pt x="3438136" y="2596873"/>
                  <a:pt x="3507502" y="2659088"/>
                </a:cubicBezTo>
                <a:close/>
                <a:moveTo>
                  <a:pt x="2750047" y="3029987"/>
                </a:moveTo>
                <a:cubicBezTo>
                  <a:pt x="2773168" y="3050726"/>
                  <a:pt x="2800759" y="3067763"/>
                  <a:pt x="2832021" y="3079524"/>
                </a:cubicBezTo>
                <a:cubicBezTo>
                  <a:pt x="2957076" y="3126570"/>
                  <a:pt x="3093558" y="3071393"/>
                  <a:pt x="3136863" y="2956283"/>
                </a:cubicBezTo>
                <a:cubicBezTo>
                  <a:pt x="3180168" y="2841172"/>
                  <a:pt x="3113897" y="2709719"/>
                  <a:pt x="2988843" y="2662673"/>
                </a:cubicBezTo>
                <a:cubicBezTo>
                  <a:pt x="2863789" y="2615627"/>
                  <a:pt x="2727307" y="2670804"/>
                  <a:pt x="2684001" y="2785914"/>
                </a:cubicBezTo>
                <a:cubicBezTo>
                  <a:pt x="2651523" y="2872247"/>
                  <a:pt x="2680681" y="2967773"/>
                  <a:pt x="2750047" y="3029987"/>
                </a:cubicBezTo>
                <a:close/>
                <a:moveTo>
                  <a:pt x="1666926" y="2573567"/>
                </a:moveTo>
                <a:lnTo>
                  <a:pt x="1775047" y="423729"/>
                </a:lnTo>
                <a:lnTo>
                  <a:pt x="1991290" y="423729"/>
                </a:lnTo>
                <a:lnTo>
                  <a:pt x="2099411" y="2573567"/>
                </a:lnTo>
                <a:close/>
                <a:moveTo>
                  <a:pt x="1154974" y="2568578"/>
                </a:moveTo>
                <a:cubicBezTo>
                  <a:pt x="1178096" y="2589317"/>
                  <a:pt x="1205685" y="2606354"/>
                  <a:pt x="1236949" y="2618115"/>
                </a:cubicBezTo>
                <a:cubicBezTo>
                  <a:pt x="1362003" y="2665161"/>
                  <a:pt x="1498485" y="2609985"/>
                  <a:pt x="1541790" y="2494874"/>
                </a:cubicBezTo>
                <a:cubicBezTo>
                  <a:pt x="1585096" y="2379763"/>
                  <a:pt x="1518825" y="2248310"/>
                  <a:pt x="1393770" y="2201264"/>
                </a:cubicBezTo>
                <a:cubicBezTo>
                  <a:pt x="1268716" y="2154218"/>
                  <a:pt x="1132234" y="2209394"/>
                  <a:pt x="1088929" y="2324505"/>
                </a:cubicBezTo>
                <a:cubicBezTo>
                  <a:pt x="1056450" y="2410839"/>
                  <a:pt x="1085608" y="2506364"/>
                  <a:pt x="1154974" y="2568578"/>
                </a:cubicBezTo>
                <a:close/>
                <a:moveTo>
                  <a:pt x="1811301" y="3132571"/>
                </a:moveTo>
                <a:lnTo>
                  <a:pt x="1704026" y="2663196"/>
                </a:lnTo>
                <a:lnTo>
                  <a:pt x="2117930" y="2682436"/>
                </a:lnTo>
                <a:lnTo>
                  <a:pt x="1967575" y="3139835"/>
                </a:lnTo>
                <a:close/>
                <a:moveTo>
                  <a:pt x="474734" y="2026084"/>
                </a:moveTo>
                <a:cubicBezTo>
                  <a:pt x="497856" y="2046823"/>
                  <a:pt x="525445" y="2063859"/>
                  <a:pt x="556709" y="2075621"/>
                </a:cubicBezTo>
                <a:cubicBezTo>
                  <a:pt x="681763" y="2122667"/>
                  <a:pt x="818245" y="2067490"/>
                  <a:pt x="861550" y="1952380"/>
                </a:cubicBezTo>
                <a:cubicBezTo>
                  <a:pt x="904855" y="1837269"/>
                  <a:pt x="838584" y="1705816"/>
                  <a:pt x="713530" y="1658770"/>
                </a:cubicBezTo>
                <a:cubicBezTo>
                  <a:pt x="588476" y="1611724"/>
                  <a:pt x="451994" y="1666900"/>
                  <a:pt x="408689" y="1782011"/>
                </a:cubicBezTo>
                <a:cubicBezTo>
                  <a:pt x="376210" y="1868344"/>
                  <a:pt x="405367" y="1963870"/>
                  <a:pt x="474734" y="2026084"/>
                </a:cubicBezTo>
                <a:close/>
                <a:moveTo>
                  <a:pt x="470005" y="2517620"/>
                </a:moveTo>
                <a:cubicBezTo>
                  <a:pt x="142796" y="2243059"/>
                  <a:pt x="-69074" y="1913805"/>
                  <a:pt x="20698" y="1573981"/>
                </a:cubicBezTo>
                <a:cubicBezTo>
                  <a:pt x="290062" y="677171"/>
                  <a:pt x="1131284" y="1373424"/>
                  <a:pt x="1417683" y="1157395"/>
                </a:cubicBezTo>
                <a:cubicBezTo>
                  <a:pt x="1704082" y="941367"/>
                  <a:pt x="795764" y="512391"/>
                  <a:pt x="1486994" y="164947"/>
                </a:cubicBezTo>
                <a:cubicBezTo>
                  <a:pt x="1963635" y="-91969"/>
                  <a:pt x="2301495" y="-33140"/>
                  <a:pt x="2924035" y="233397"/>
                </a:cubicBezTo>
                <a:cubicBezTo>
                  <a:pt x="3546575" y="499935"/>
                  <a:pt x="4682373" y="1460700"/>
                  <a:pt x="4352060" y="2410274"/>
                </a:cubicBezTo>
                <a:cubicBezTo>
                  <a:pt x="4055563" y="3262631"/>
                  <a:pt x="2903863" y="3342769"/>
                  <a:pt x="2149143" y="3248705"/>
                </a:cubicBezTo>
                <a:cubicBezTo>
                  <a:pt x="2120485" y="3221681"/>
                  <a:pt x="2088781" y="3200633"/>
                  <a:pt x="2056697" y="3184977"/>
                </a:cubicBezTo>
                <a:lnTo>
                  <a:pt x="2029525" y="3174239"/>
                </a:lnTo>
                <a:lnTo>
                  <a:pt x="2074465" y="2961096"/>
                </a:lnTo>
                <a:cubicBezTo>
                  <a:pt x="2174448" y="2968058"/>
                  <a:pt x="2268303" y="2914369"/>
                  <a:pt x="2302852" y="2822534"/>
                </a:cubicBezTo>
                <a:cubicBezTo>
                  <a:pt x="2344980" y="2710550"/>
                  <a:pt x="2283405" y="2583099"/>
                  <a:pt x="2164586" y="2533664"/>
                </a:cubicBezTo>
                <a:lnTo>
                  <a:pt x="2177079" y="2474412"/>
                </a:lnTo>
                <a:lnTo>
                  <a:pt x="2181423" y="2474420"/>
                </a:lnTo>
                <a:lnTo>
                  <a:pt x="2180348" y="2458905"/>
                </a:lnTo>
                <a:lnTo>
                  <a:pt x="2183345" y="2444691"/>
                </a:lnTo>
                <a:lnTo>
                  <a:pt x="2179364" y="2444684"/>
                </a:lnTo>
                <a:lnTo>
                  <a:pt x="2069296" y="855315"/>
                </a:lnTo>
                <a:cubicBezTo>
                  <a:pt x="2264713" y="815272"/>
                  <a:pt x="2400776" y="670372"/>
                  <a:pt x="2376696" y="524656"/>
                </a:cubicBezTo>
                <a:cubicBezTo>
                  <a:pt x="2351678" y="373263"/>
                  <a:pt x="2163271" y="278317"/>
                  <a:pt x="1955875" y="312591"/>
                </a:cubicBezTo>
                <a:cubicBezTo>
                  <a:pt x="1748480" y="346862"/>
                  <a:pt x="1600634" y="497374"/>
                  <a:pt x="1625652" y="648768"/>
                </a:cubicBezTo>
                <a:cubicBezTo>
                  <a:pt x="1635034" y="705540"/>
                  <a:pt x="1667392" y="754373"/>
                  <a:pt x="1715112" y="791433"/>
                </a:cubicBezTo>
                <a:lnTo>
                  <a:pt x="1728511" y="799403"/>
                </a:lnTo>
                <a:lnTo>
                  <a:pt x="1608970" y="2443607"/>
                </a:lnTo>
                <a:lnTo>
                  <a:pt x="1608731" y="2443607"/>
                </a:lnTo>
                <a:lnTo>
                  <a:pt x="1608909" y="2444461"/>
                </a:lnTo>
                <a:lnTo>
                  <a:pt x="1606809" y="2473335"/>
                </a:lnTo>
                <a:lnTo>
                  <a:pt x="1614885" y="2473351"/>
                </a:lnTo>
                <a:lnTo>
                  <a:pt x="1760460" y="3176931"/>
                </a:lnTo>
                <a:cubicBezTo>
                  <a:pt x="1363839" y="3071567"/>
                  <a:pt x="842276" y="2829991"/>
                  <a:pt x="470005" y="2517620"/>
                </a:cubicBezTo>
                <a:close/>
                <a:moveTo>
                  <a:pt x="1703651" y="4144665"/>
                </a:moveTo>
                <a:cubicBezTo>
                  <a:pt x="1692426" y="4135382"/>
                  <a:pt x="1682479" y="4126471"/>
                  <a:pt x="1673433" y="4117764"/>
                </a:cubicBezTo>
                <a:cubicBezTo>
                  <a:pt x="1630012" y="4075967"/>
                  <a:pt x="1607344" y="4038835"/>
                  <a:pt x="1563711" y="3987474"/>
                </a:cubicBezTo>
                <a:cubicBezTo>
                  <a:pt x="1428119" y="3754817"/>
                  <a:pt x="1459551" y="3514918"/>
                  <a:pt x="1577437" y="3369529"/>
                </a:cubicBezTo>
                <a:cubicBezTo>
                  <a:pt x="1695323" y="3224139"/>
                  <a:pt x="1812160" y="3189516"/>
                  <a:pt x="1943877" y="3254126"/>
                </a:cubicBezTo>
                <a:cubicBezTo>
                  <a:pt x="2075594" y="3318736"/>
                  <a:pt x="2201944" y="3486346"/>
                  <a:pt x="2150195" y="3720844"/>
                </a:cubicBezTo>
                <a:cubicBezTo>
                  <a:pt x="2053054" y="4010881"/>
                  <a:pt x="2046121" y="3999957"/>
                  <a:pt x="2256634" y="4453092"/>
                </a:cubicBezTo>
                <a:cubicBezTo>
                  <a:pt x="1923422" y="4292924"/>
                  <a:pt x="1782225" y="4209649"/>
                  <a:pt x="1703651" y="414466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"/>
          <p:cNvSpPr/>
          <p:nvPr/>
        </p:nvSpPr>
        <p:spPr>
          <a:xfrm>
            <a:off x="4229305" y="2405746"/>
            <a:ext cx="477563" cy="418550"/>
          </a:xfrm>
          <a:custGeom>
            <a:avLst/>
            <a:gdLst/>
            <a:ahLst/>
            <a:cxnLst/>
            <a:rect l="l" t="t" r="r" b="b"/>
            <a:pathLst>
              <a:path w="4088377" h="3321003" extrusionOk="0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2"/>
          <p:cNvSpPr/>
          <p:nvPr/>
        </p:nvSpPr>
        <p:spPr>
          <a:xfrm>
            <a:off x="5806193" y="3295898"/>
            <a:ext cx="579614" cy="579182"/>
          </a:xfrm>
          <a:custGeom>
            <a:avLst/>
            <a:gdLst/>
            <a:ahLst/>
            <a:cxnLst/>
            <a:rect l="l" t="t" r="r" b="b"/>
            <a:pathLst>
              <a:path w="3971162" h="3968213" extrusionOk="0">
                <a:moveTo>
                  <a:pt x="808855" y="2815607"/>
                </a:moveTo>
                <a:lnTo>
                  <a:pt x="1168895" y="2815607"/>
                </a:lnTo>
                <a:lnTo>
                  <a:pt x="1168895" y="3175607"/>
                </a:lnTo>
                <a:lnTo>
                  <a:pt x="808855" y="3175607"/>
                </a:lnTo>
                <a:close/>
                <a:moveTo>
                  <a:pt x="697665" y="2704397"/>
                </a:moveTo>
                <a:lnTo>
                  <a:pt x="697665" y="3286817"/>
                </a:lnTo>
                <a:lnTo>
                  <a:pt x="1280085" y="3286817"/>
                </a:lnTo>
                <a:lnTo>
                  <a:pt x="1280085" y="2704397"/>
                </a:lnTo>
                <a:close/>
                <a:moveTo>
                  <a:pt x="537750" y="2544482"/>
                </a:moveTo>
                <a:lnTo>
                  <a:pt x="1440000" y="2544482"/>
                </a:lnTo>
                <a:lnTo>
                  <a:pt x="1440000" y="3446732"/>
                </a:lnTo>
                <a:lnTo>
                  <a:pt x="537750" y="3446732"/>
                </a:lnTo>
                <a:close/>
                <a:moveTo>
                  <a:pt x="0" y="2528213"/>
                </a:moveTo>
                <a:lnTo>
                  <a:pt x="360000" y="2528213"/>
                </a:lnTo>
                <a:lnTo>
                  <a:pt x="360000" y="3608213"/>
                </a:lnTo>
                <a:lnTo>
                  <a:pt x="1440000" y="3608213"/>
                </a:lnTo>
                <a:lnTo>
                  <a:pt x="1440000" y="3968213"/>
                </a:lnTo>
                <a:lnTo>
                  <a:pt x="360000" y="3968213"/>
                </a:lnTo>
                <a:lnTo>
                  <a:pt x="0" y="3968213"/>
                </a:lnTo>
                <a:lnTo>
                  <a:pt x="0" y="3608213"/>
                </a:lnTo>
                <a:close/>
                <a:moveTo>
                  <a:pt x="3605829" y="2524046"/>
                </a:moveTo>
                <a:lnTo>
                  <a:pt x="3965829" y="2524046"/>
                </a:lnTo>
                <a:lnTo>
                  <a:pt x="3965829" y="3604046"/>
                </a:lnTo>
                <a:lnTo>
                  <a:pt x="3965829" y="3964046"/>
                </a:lnTo>
                <a:lnTo>
                  <a:pt x="3605829" y="3964046"/>
                </a:lnTo>
                <a:lnTo>
                  <a:pt x="2525829" y="3964046"/>
                </a:lnTo>
                <a:lnTo>
                  <a:pt x="2525829" y="3604046"/>
                </a:lnTo>
                <a:lnTo>
                  <a:pt x="3605829" y="3604046"/>
                </a:lnTo>
                <a:close/>
                <a:moveTo>
                  <a:pt x="1542677" y="2468095"/>
                </a:moveTo>
                <a:lnTo>
                  <a:pt x="1758701" y="2468095"/>
                </a:lnTo>
                <a:lnTo>
                  <a:pt x="1758701" y="2835684"/>
                </a:lnTo>
                <a:lnTo>
                  <a:pt x="1542677" y="2835684"/>
                </a:lnTo>
                <a:close/>
                <a:moveTo>
                  <a:pt x="3174101" y="2437460"/>
                </a:moveTo>
                <a:lnTo>
                  <a:pt x="3390125" y="2437460"/>
                </a:lnTo>
                <a:lnTo>
                  <a:pt x="3390125" y="2663201"/>
                </a:lnTo>
                <a:lnTo>
                  <a:pt x="3174101" y="2663201"/>
                </a:lnTo>
                <a:close/>
                <a:moveTo>
                  <a:pt x="2809842" y="2295613"/>
                </a:moveTo>
                <a:lnTo>
                  <a:pt x="3025866" y="2295613"/>
                </a:lnTo>
                <a:lnTo>
                  <a:pt x="3025866" y="2663202"/>
                </a:lnTo>
                <a:lnTo>
                  <a:pt x="3389097" y="2663202"/>
                </a:lnTo>
                <a:lnTo>
                  <a:pt x="3389097" y="2873898"/>
                </a:lnTo>
                <a:lnTo>
                  <a:pt x="3389097" y="2873898"/>
                </a:lnTo>
                <a:lnTo>
                  <a:pt x="3389097" y="3446732"/>
                </a:lnTo>
                <a:lnTo>
                  <a:pt x="3173073" y="3446732"/>
                </a:lnTo>
                <a:lnTo>
                  <a:pt x="3173073" y="2879226"/>
                </a:lnTo>
                <a:lnTo>
                  <a:pt x="3021508" y="2879226"/>
                </a:lnTo>
                <a:lnTo>
                  <a:pt x="3021508" y="2663202"/>
                </a:lnTo>
                <a:lnTo>
                  <a:pt x="2809842" y="2663202"/>
                </a:lnTo>
                <a:close/>
                <a:moveTo>
                  <a:pt x="2093780" y="2089306"/>
                </a:moveTo>
                <a:lnTo>
                  <a:pt x="2309804" y="2089306"/>
                </a:lnTo>
                <a:lnTo>
                  <a:pt x="2309804" y="2315047"/>
                </a:lnTo>
                <a:lnTo>
                  <a:pt x="2093780" y="2315047"/>
                </a:lnTo>
                <a:close/>
                <a:moveTo>
                  <a:pt x="2656492" y="1853849"/>
                </a:moveTo>
                <a:lnTo>
                  <a:pt x="2872516" y="1853849"/>
                </a:lnTo>
                <a:lnTo>
                  <a:pt x="2872516" y="2038657"/>
                </a:lnTo>
                <a:lnTo>
                  <a:pt x="2989835" y="2038657"/>
                </a:lnTo>
                <a:lnTo>
                  <a:pt x="2989835" y="1887092"/>
                </a:lnTo>
                <a:lnTo>
                  <a:pt x="3205859" y="1887092"/>
                </a:lnTo>
                <a:lnTo>
                  <a:pt x="3205859" y="2028940"/>
                </a:lnTo>
                <a:lnTo>
                  <a:pt x="3390125" y="2028940"/>
                </a:lnTo>
                <a:lnTo>
                  <a:pt x="3390125" y="2254681"/>
                </a:lnTo>
                <a:lnTo>
                  <a:pt x="3205859" y="2254681"/>
                </a:lnTo>
                <a:lnTo>
                  <a:pt x="3174101" y="2254681"/>
                </a:lnTo>
                <a:lnTo>
                  <a:pt x="3005149" y="2254681"/>
                </a:lnTo>
                <a:lnTo>
                  <a:pt x="2989835" y="2254681"/>
                </a:lnTo>
                <a:lnTo>
                  <a:pt x="2688721" y="2254681"/>
                </a:lnTo>
                <a:lnTo>
                  <a:pt x="2688721" y="2447179"/>
                </a:lnTo>
                <a:lnTo>
                  <a:pt x="2488606" y="2447179"/>
                </a:lnTo>
                <a:lnTo>
                  <a:pt x="2488606" y="2663841"/>
                </a:lnTo>
                <a:lnTo>
                  <a:pt x="2486018" y="2663841"/>
                </a:lnTo>
                <a:lnTo>
                  <a:pt x="2486018" y="2846997"/>
                </a:lnTo>
                <a:lnTo>
                  <a:pt x="2840287" y="2846997"/>
                </a:lnTo>
                <a:lnTo>
                  <a:pt x="2840287" y="3046907"/>
                </a:lnTo>
                <a:lnTo>
                  <a:pt x="3045880" y="3046907"/>
                </a:lnTo>
                <a:lnTo>
                  <a:pt x="3045880" y="3272648"/>
                </a:lnTo>
                <a:lnTo>
                  <a:pt x="2829856" y="3272648"/>
                </a:lnTo>
                <a:lnTo>
                  <a:pt x="2829856" y="3063021"/>
                </a:lnTo>
                <a:lnTo>
                  <a:pt x="2472698" y="3063021"/>
                </a:lnTo>
                <a:lnTo>
                  <a:pt x="2472698" y="2847499"/>
                </a:lnTo>
                <a:lnTo>
                  <a:pt x="2093780" y="2847499"/>
                </a:lnTo>
                <a:lnTo>
                  <a:pt x="2088510" y="2847499"/>
                </a:lnTo>
                <a:lnTo>
                  <a:pt x="1910267" y="2847499"/>
                </a:lnTo>
                <a:lnTo>
                  <a:pt x="1910267" y="3028023"/>
                </a:lnTo>
                <a:lnTo>
                  <a:pt x="2277575" y="3028023"/>
                </a:lnTo>
                <a:lnTo>
                  <a:pt x="2277575" y="3241488"/>
                </a:lnTo>
                <a:lnTo>
                  <a:pt x="2829855" y="3241488"/>
                </a:lnTo>
                <a:lnTo>
                  <a:pt x="2829855" y="3457512"/>
                </a:lnTo>
                <a:lnTo>
                  <a:pt x="2269993" y="3457512"/>
                </a:lnTo>
                <a:lnTo>
                  <a:pt x="2269993" y="3244047"/>
                </a:lnTo>
                <a:lnTo>
                  <a:pt x="2111604" y="3244047"/>
                </a:lnTo>
                <a:lnTo>
                  <a:pt x="2111604" y="3446733"/>
                </a:lnTo>
                <a:lnTo>
                  <a:pt x="1744015" y="3446733"/>
                </a:lnTo>
                <a:lnTo>
                  <a:pt x="1744015" y="3230709"/>
                </a:lnTo>
                <a:lnTo>
                  <a:pt x="1909986" y="3230709"/>
                </a:lnTo>
                <a:lnTo>
                  <a:pt x="1909986" y="3051709"/>
                </a:lnTo>
                <a:lnTo>
                  <a:pt x="1542678" y="3051709"/>
                </a:lnTo>
                <a:lnTo>
                  <a:pt x="1542678" y="2835685"/>
                </a:lnTo>
                <a:lnTo>
                  <a:pt x="1877756" y="2835685"/>
                </a:lnTo>
                <a:lnTo>
                  <a:pt x="1877756" y="2315047"/>
                </a:lnTo>
                <a:lnTo>
                  <a:pt x="2093780" y="2315047"/>
                </a:lnTo>
                <a:lnTo>
                  <a:pt x="2093780" y="2631475"/>
                </a:lnTo>
                <a:lnTo>
                  <a:pt x="2272582" y="2631475"/>
                </a:lnTo>
                <a:lnTo>
                  <a:pt x="2272582" y="2438100"/>
                </a:lnTo>
                <a:lnTo>
                  <a:pt x="2472697" y="2438100"/>
                </a:lnTo>
                <a:lnTo>
                  <a:pt x="2472697" y="2254681"/>
                </a:lnTo>
                <a:lnTo>
                  <a:pt x="2472697" y="2221438"/>
                </a:lnTo>
                <a:lnTo>
                  <a:pt x="2472697" y="2038657"/>
                </a:lnTo>
                <a:lnTo>
                  <a:pt x="2656492" y="2038657"/>
                </a:lnTo>
                <a:close/>
                <a:moveTo>
                  <a:pt x="2989836" y="1667759"/>
                </a:moveTo>
                <a:lnTo>
                  <a:pt x="3357425" y="1667759"/>
                </a:lnTo>
                <a:lnTo>
                  <a:pt x="3357425" y="1883783"/>
                </a:lnTo>
                <a:lnTo>
                  <a:pt x="2989836" y="1883783"/>
                </a:lnTo>
                <a:close/>
                <a:moveTo>
                  <a:pt x="2309586" y="1554888"/>
                </a:moveTo>
                <a:lnTo>
                  <a:pt x="2829824" y="1554888"/>
                </a:lnTo>
                <a:lnTo>
                  <a:pt x="2829824" y="1770912"/>
                </a:lnTo>
                <a:lnTo>
                  <a:pt x="2525643" y="1770912"/>
                </a:lnTo>
                <a:lnTo>
                  <a:pt x="2525643" y="1927296"/>
                </a:lnTo>
                <a:lnTo>
                  <a:pt x="2309619" y="1927296"/>
                </a:lnTo>
                <a:lnTo>
                  <a:pt x="2309619" y="1770912"/>
                </a:lnTo>
                <a:lnTo>
                  <a:pt x="2309586" y="1770912"/>
                </a:lnTo>
                <a:close/>
                <a:moveTo>
                  <a:pt x="616397" y="1550030"/>
                </a:moveTo>
                <a:lnTo>
                  <a:pt x="808855" y="1550030"/>
                </a:lnTo>
                <a:lnTo>
                  <a:pt x="832421" y="1550030"/>
                </a:lnTo>
                <a:lnTo>
                  <a:pt x="1024879" y="1550030"/>
                </a:lnTo>
                <a:lnTo>
                  <a:pt x="1024879" y="1775771"/>
                </a:lnTo>
                <a:lnTo>
                  <a:pt x="832421" y="1775771"/>
                </a:lnTo>
                <a:lnTo>
                  <a:pt x="832421" y="2079590"/>
                </a:lnTo>
                <a:lnTo>
                  <a:pt x="1028931" y="2079590"/>
                </a:lnTo>
                <a:lnTo>
                  <a:pt x="1192537" y="2079590"/>
                </a:lnTo>
                <a:lnTo>
                  <a:pt x="1244955" y="2079590"/>
                </a:lnTo>
                <a:lnTo>
                  <a:pt x="1244955" y="2231155"/>
                </a:lnTo>
                <a:lnTo>
                  <a:pt x="1468668" y="2231155"/>
                </a:lnTo>
                <a:lnTo>
                  <a:pt x="1468668" y="2447179"/>
                </a:lnTo>
                <a:lnTo>
                  <a:pt x="1244955" y="2447179"/>
                </a:lnTo>
                <a:lnTo>
                  <a:pt x="1244955" y="2447179"/>
                </a:lnTo>
                <a:lnTo>
                  <a:pt x="1028931" y="2447179"/>
                </a:lnTo>
                <a:lnTo>
                  <a:pt x="1028931" y="2295614"/>
                </a:lnTo>
                <a:lnTo>
                  <a:pt x="619703" y="2295614"/>
                </a:lnTo>
                <a:lnTo>
                  <a:pt x="619703" y="2082482"/>
                </a:lnTo>
                <a:lnTo>
                  <a:pt x="616397" y="2082482"/>
                </a:lnTo>
                <a:close/>
                <a:moveTo>
                  <a:pt x="1747452" y="1324289"/>
                </a:moveTo>
                <a:lnTo>
                  <a:pt x="1963476" y="1324289"/>
                </a:lnTo>
                <a:lnTo>
                  <a:pt x="1963476" y="1528779"/>
                </a:lnTo>
                <a:lnTo>
                  <a:pt x="2151955" y="1528779"/>
                </a:lnTo>
                <a:lnTo>
                  <a:pt x="2151955" y="1754520"/>
                </a:lnTo>
                <a:lnTo>
                  <a:pt x="1935931" y="1754520"/>
                </a:lnTo>
                <a:lnTo>
                  <a:pt x="1935931" y="1550030"/>
                </a:lnTo>
                <a:lnTo>
                  <a:pt x="1758702" y="1550030"/>
                </a:lnTo>
                <a:lnTo>
                  <a:pt x="1758702" y="1863566"/>
                </a:lnTo>
                <a:lnTo>
                  <a:pt x="2119726" y="1863566"/>
                </a:lnTo>
                <a:lnTo>
                  <a:pt x="2119726" y="2079590"/>
                </a:lnTo>
                <a:lnTo>
                  <a:pt x="1761543" y="2079590"/>
                </a:lnTo>
                <a:lnTo>
                  <a:pt x="1761543" y="2259540"/>
                </a:lnTo>
                <a:lnTo>
                  <a:pt x="1545519" y="2259540"/>
                </a:lnTo>
                <a:lnTo>
                  <a:pt x="1545519" y="2082482"/>
                </a:lnTo>
                <a:lnTo>
                  <a:pt x="1542678" y="2082482"/>
                </a:lnTo>
                <a:lnTo>
                  <a:pt x="1542678" y="2079589"/>
                </a:lnTo>
                <a:lnTo>
                  <a:pt x="1030691" y="2079589"/>
                </a:lnTo>
                <a:lnTo>
                  <a:pt x="1030691" y="1863565"/>
                </a:lnTo>
                <a:lnTo>
                  <a:pt x="1192537" y="1863565"/>
                </a:lnTo>
                <a:lnTo>
                  <a:pt x="1192537" y="1662900"/>
                </a:lnTo>
                <a:lnTo>
                  <a:pt x="1440000" y="1662900"/>
                </a:lnTo>
                <a:lnTo>
                  <a:pt x="1440000" y="1863565"/>
                </a:lnTo>
                <a:lnTo>
                  <a:pt x="1542678" y="1863565"/>
                </a:lnTo>
                <a:lnTo>
                  <a:pt x="1542678" y="1550030"/>
                </a:lnTo>
                <a:lnTo>
                  <a:pt x="1747452" y="1550030"/>
                </a:lnTo>
                <a:close/>
                <a:moveTo>
                  <a:pt x="2802267" y="814725"/>
                </a:moveTo>
                <a:lnTo>
                  <a:pt x="3162307" y="814725"/>
                </a:lnTo>
                <a:lnTo>
                  <a:pt x="3162307" y="1174725"/>
                </a:lnTo>
                <a:lnTo>
                  <a:pt x="2802267" y="1174725"/>
                </a:lnTo>
                <a:close/>
                <a:moveTo>
                  <a:pt x="884915" y="814725"/>
                </a:moveTo>
                <a:lnTo>
                  <a:pt x="1244955" y="814725"/>
                </a:lnTo>
                <a:lnTo>
                  <a:pt x="1244955" y="1174725"/>
                </a:lnTo>
                <a:lnTo>
                  <a:pt x="884915" y="1174725"/>
                </a:lnTo>
                <a:close/>
                <a:moveTo>
                  <a:pt x="2691077" y="703515"/>
                </a:moveTo>
                <a:lnTo>
                  <a:pt x="2691077" y="1285935"/>
                </a:lnTo>
                <a:lnTo>
                  <a:pt x="3273497" y="1285935"/>
                </a:lnTo>
                <a:lnTo>
                  <a:pt x="3273497" y="703515"/>
                </a:lnTo>
                <a:close/>
                <a:moveTo>
                  <a:pt x="773725" y="703515"/>
                </a:moveTo>
                <a:lnTo>
                  <a:pt x="773725" y="1285935"/>
                </a:lnTo>
                <a:lnTo>
                  <a:pt x="1356145" y="1285935"/>
                </a:lnTo>
                <a:lnTo>
                  <a:pt x="1356145" y="703515"/>
                </a:lnTo>
                <a:close/>
                <a:moveTo>
                  <a:pt x="2531162" y="543600"/>
                </a:moveTo>
                <a:lnTo>
                  <a:pt x="3433412" y="543600"/>
                </a:lnTo>
                <a:lnTo>
                  <a:pt x="3433412" y="1445850"/>
                </a:lnTo>
                <a:lnTo>
                  <a:pt x="2531162" y="1445850"/>
                </a:lnTo>
                <a:close/>
                <a:moveTo>
                  <a:pt x="613810" y="543600"/>
                </a:moveTo>
                <a:lnTo>
                  <a:pt x="1516060" y="543600"/>
                </a:lnTo>
                <a:lnTo>
                  <a:pt x="1516060" y="1445850"/>
                </a:lnTo>
                <a:lnTo>
                  <a:pt x="613810" y="1445850"/>
                </a:lnTo>
                <a:close/>
                <a:moveTo>
                  <a:pt x="2088509" y="543244"/>
                </a:moveTo>
                <a:lnTo>
                  <a:pt x="2283187" y="543244"/>
                </a:lnTo>
                <a:lnTo>
                  <a:pt x="2283187" y="759268"/>
                </a:lnTo>
                <a:lnTo>
                  <a:pt x="2088509" y="759268"/>
                </a:lnTo>
                <a:close/>
                <a:moveTo>
                  <a:pt x="1751276" y="543243"/>
                </a:moveTo>
                <a:lnTo>
                  <a:pt x="1967300" y="543243"/>
                </a:lnTo>
                <a:lnTo>
                  <a:pt x="1967300" y="986389"/>
                </a:lnTo>
                <a:lnTo>
                  <a:pt x="2119726" y="986389"/>
                </a:lnTo>
                <a:lnTo>
                  <a:pt x="2119726" y="986388"/>
                </a:lnTo>
                <a:lnTo>
                  <a:pt x="2335750" y="986388"/>
                </a:lnTo>
                <a:lnTo>
                  <a:pt x="2335750" y="1491348"/>
                </a:lnTo>
                <a:lnTo>
                  <a:pt x="2119726" y="1491348"/>
                </a:lnTo>
                <a:lnTo>
                  <a:pt x="2119726" y="1202413"/>
                </a:lnTo>
                <a:lnTo>
                  <a:pt x="1747396" y="1202413"/>
                </a:lnTo>
                <a:lnTo>
                  <a:pt x="1747396" y="986389"/>
                </a:lnTo>
                <a:lnTo>
                  <a:pt x="1751276" y="986389"/>
                </a:lnTo>
                <a:close/>
                <a:moveTo>
                  <a:pt x="4409" y="5850"/>
                </a:moveTo>
                <a:lnTo>
                  <a:pt x="364409" y="5850"/>
                </a:lnTo>
                <a:lnTo>
                  <a:pt x="1444409" y="5850"/>
                </a:lnTo>
                <a:lnTo>
                  <a:pt x="1444409" y="365850"/>
                </a:lnTo>
                <a:lnTo>
                  <a:pt x="364409" y="365850"/>
                </a:lnTo>
                <a:lnTo>
                  <a:pt x="364409" y="1445850"/>
                </a:lnTo>
                <a:lnTo>
                  <a:pt x="4409" y="1445850"/>
                </a:lnTo>
                <a:lnTo>
                  <a:pt x="4409" y="365850"/>
                </a:lnTo>
                <a:close/>
                <a:moveTo>
                  <a:pt x="2531162" y="0"/>
                </a:moveTo>
                <a:lnTo>
                  <a:pt x="3611162" y="0"/>
                </a:lnTo>
                <a:lnTo>
                  <a:pt x="3971162" y="0"/>
                </a:lnTo>
                <a:lnTo>
                  <a:pt x="3971162" y="360000"/>
                </a:lnTo>
                <a:lnTo>
                  <a:pt x="3971162" y="1440000"/>
                </a:lnTo>
                <a:lnTo>
                  <a:pt x="3611162" y="1440000"/>
                </a:lnTo>
                <a:lnTo>
                  <a:pt x="3611162" y="360000"/>
                </a:lnTo>
                <a:lnTo>
                  <a:pt x="2531162" y="36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2"/>
          <p:cNvSpPr/>
          <p:nvPr/>
        </p:nvSpPr>
        <p:spPr>
          <a:xfrm rot="5400000">
            <a:off x="4081482" y="5174356"/>
            <a:ext cx="361903" cy="362437"/>
          </a:xfrm>
          <a:custGeom>
            <a:avLst/>
            <a:gdLst/>
            <a:ahLst/>
            <a:cxnLst/>
            <a:rect l="l" t="t" r="r" b="b"/>
            <a:pathLst>
              <a:path w="721442" h="722507" extrusionOk="0">
                <a:moveTo>
                  <a:pt x="42" y="522852"/>
                </a:moveTo>
                <a:cubicBezTo>
                  <a:pt x="-605" y="350129"/>
                  <a:pt x="6503" y="220051"/>
                  <a:pt x="5857" y="47329"/>
                </a:cubicBezTo>
                <a:cubicBezTo>
                  <a:pt x="5857" y="21190"/>
                  <a:pt x="27046" y="0"/>
                  <a:pt x="53185" y="0"/>
                </a:cubicBezTo>
                <a:lnTo>
                  <a:pt x="102932" y="0"/>
                </a:lnTo>
                <a:cubicBezTo>
                  <a:pt x="129071" y="0"/>
                  <a:pt x="150260" y="21190"/>
                  <a:pt x="150260" y="47329"/>
                </a:cubicBezTo>
                <a:cubicBezTo>
                  <a:pt x="149853" y="88041"/>
                  <a:pt x="149377" y="122989"/>
                  <a:pt x="148891" y="154199"/>
                </a:cubicBezTo>
                <a:lnTo>
                  <a:pt x="148407" y="182723"/>
                </a:lnTo>
                <a:lnTo>
                  <a:pt x="331751" y="177508"/>
                </a:lnTo>
                <a:cubicBezTo>
                  <a:pt x="397063" y="175650"/>
                  <a:pt x="462374" y="173066"/>
                  <a:pt x="527686" y="167574"/>
                </a:cubicBezTo>
                <a:cubicBezTo>
                  <a:pt x="642817" y="145134"/>
                  <a:pt x="586782" y="11119"/>
                  <a:pt x="467883" y="53046"/>
                </a:cubicBezTo>
                <a:cubicBezTo>
                  <a:pt x="570547" y="-49115"/>
                  <a:pt x="723145" y="18126"/>
                  <a:pt x="721421" y="129085"/>
                </a:cubicBezTo>
                <a:cubicBezTo>
                  <a:pt x="720775" y="181200"/>
                  <a:pt x="734474" y="263637"/>
                  <a:pt x="547357" y="287593"/>
                </a:cubicBezTo>
                <a:lnTo>
                  <a:pt x="146593" y="294469"/>
                </a:lnTo>
                <a:lnTo>
                  <a:pt x="146309" y="312824"/>
                </a:lnTo>
                <a:cubicBezTo>
                  <a:pt x="146013" y="337190"/>
                  <a:pt x="145822" y="361872"/>
                  <a:pt x="145796" y="388895"/>
                </a:cubicBezTo>
                <a:lnTo>
                  <a:pt x="145887" y="417641"/>
                </a:lnTo>
                <a:lnTo>
                  <a:pt x="564076" y="417641"/>
                </a:lnTo>
                <a:cubicBezTo>
                  <a:pt x="676720" y="420465"/>
                  <a:pt x="718804" y="471343"/>
                  <a:pt x="719692" y="543229"/>
                </a:cubicBezTo>
                <a:cubicBezTo>
                  <a:pt x="721183" y="582376"/>
                  <a:pt x="690900" y="608290"/>
                  <a:pt x="631765" y="586638"/>
                </a:cubicBezTo>
                <a:cubicBezTo>
                  <a:pt x="553530" y="556303"/>
                  <a:pt x="540205" y="522675"/>
                  <a:pt x="452578" y="524866"/>
                </a:cubicBezTo>
                <a:cubicBezTo>
                  <a:pt x="380525" y="525785"/>
                  <a:pt x="322260" y="526811"/>
                  <a:pt x="234716" y="528410"/>
                </a:cubicBezTo>
                <a:lnTo>
                  <a:pt x="147934" y="529997"/>
                </a:lnTo>
                <a:lnTo>
                  <a:pt x="149842" y="554392"/>
                </a:lnTo>
                <a:cubicBezTo>
                  <a:pt x="166488" y="646104"/>
                  <a:pt x="240698" y="721838"/>
                  <a:pt x="210351" y="722507"/>
                </a:cubicBezTo>
                <a:cubicBezTo>
                  <a:pt x="126033" y="702477"/>
                  <a:pt x="1009" y="637864"/>
                  <a:pt x="42" y="52285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"/>
          <p:cNvSpPr/>
          <p:nvPr/>
        </p:nvSpPr>
        <p:spPr>
          <a:xfrm>
            <a:off x="7186267" y="4609560"/>
            <a:ext cx="326913" cy="441701"/>
          </a:xfrm>
          <a:custGeom>
            <a:avLst/>
            <a:gdLst/>
            <a:ahLst/>
            <a:cxnLst/>
            <a:rect l="l" t="t" r="r" b="b"/>
            <a:pathLst>
              <a:path w="2823581" h="3962432" extrusionOk="0">
                <a:moveTo>
                  <a:pt x="1366785" y="3230945"/>
                </a:moveTo>
                <a:cubicBezTo>
                  <a:pt x="1292218" y="3230945"/>
                  <a:pt x="1231770" y="3291393"/>
                  <a:pt x="1231770" y="3365960"/>
                </a:cubicBezTo>
                <a:cubicBezTo>
                  <a:pt x="1231770" y="3440527"/>
                  <a:pt x="1292218" y="3500975"/>
                  <a:pt x="1366785" y="3500975"/>
                </a:cubicBezTo>
                <a:cubicBezTo>
                  <a:pt x="1441352" y="3500975"/>
                  <a:pt x="1501800" y="3440527"/>
                  <a:pt x="1501800" y="3365960"/>
                </a:cubicBezTo>
                <a:cubicBezTo>
                  <a:pt x="1501800" y="3291393"/>
                  <a:pt x="1441352" y="3230945"/>
                  <a:pt x="1366785" y="3230945"/>
                </a:cubicBezTo>
                <a:close/>
                <a:moveTo>
                  <a:pt x="1699205" y="3185940"/>
                </a:moveTo>
                <a:cubicBezTo>
                  <a:pt x="1674349" y="3185940"/>
                  <a:pt x="1654200" y="3206089"/>
                  <a:pt x="1654200" y="3230945"/>
                </a:cubicBezTo>
                <a:cubicBezTo>
                  <a:pt x="1654200" y="3255801"/>
                  <a:pt x="1674349" y="3275950"/>
                  <a:pt x="1699205" y="3275950"/>
                </a:cubicBezTo>
                <a:cubicBezTo>
                  <a:pt x="1724061" y="3275950"/>
                  <a:pt x="1744210" y="3255801"/>
                  <a:pt x="1744210" y="3230945"/>
                </a:cubicBezTo>
                <a:cubicBezTo>
                  <a:pt x="1744210" y="3206089"/>
                  <a:pt x="1724061" y="3185940"/>
                  <a:pt x="1699205" y="3185940"/>
                </a:cubicBezTo>
                <a:close/>
                <a:moveTo>
                  <a:pt x="1501800" y="2830204"/>
                </a:moveTo>
                <a:cubicBezTo>
                  <a:pt x="1452089" y="2830204"/>
                  <a:pt x="1411790" y="2870503"/>
                  <a:pt x="1411790" y="2920214"/>
                </a:cubicBezTo>
                <a:cubicBezTo>
                  <a:pt x="1411790" y="2969925"/>
                  <a:pt x="1452089" y="3010224"/>
                  <a:pt x="1501800" y="3010224"/>
                </a:cubicBezTo>
                <a:cubicBezTo>
                  <a:pt x="1551511" y="3010224"/>
                  <a:pt x="1591810" y="2969925"/>
                  <a:pt x="1591810" y="2920214"/>
                </a:cubicBezTo>
                <a:cubicBezTo>
                  <a:pt x="1591810" y="2870503"/>
                  <a:pt x="1551511" y="2830204"/>
                  <a:pt x="1501800" y="2830204"/>
                </a:cubicBezTo>
                <a:close/>
                <a:moveTo>
                  <a:pt x="322536" y="2413264"/>
                </a:moveTo>
                <a:lnTo>
                  <a:pt x="1264147" y="2413264"/>
                </a:lnTo>
                <a:lnTo>
                  <a:pt x="682536" y="3458376"/>
                </a:lnTo>
                <a:lnTo>
                  <a:pt x="898974" y="3458376"/>
                </a:lnTo>
                <a:lnTo>
                  <a:pt x="1480585" y="2413264"/>
                </a:lnTo>
                <a:lnTo>
                  <a:pt x="1978720" y="2413264"/>
                </a:lnTo>
                <a:lnTo>
                  <a:pt x="1978720" y="3628270"/>
                </a:lnTo>
                <a:lnTo>
                  <a:pt x="322536" y="3628270"/>
                </a:lnTo>
                <a:close/>
                <a:moveTo>
                  <a:pt x="322536" y="2153598"/>
                </a:moveTo>
                <a:lnTo>
                  <a:pt x="682536" y="2153598"/>
                </a:lnTo>
                <a:lnTo>
                  <a:pt x="682536" y="2261598"/>
                </a:lnTo>
                <a:lnTo>
                  <a:pt x="322536" y="2261598"/>
                </a:lnTo>
                <a:close/>
                <a:moveTo>
                  <a:pt x="322536" y="1870494"/>
                </a:moveTo>
                <a:lnTo>
                  <a:pt x="826536" y="1870494"/>
                </a:lnTo>
                <a:lnTo>
                  <a:pt x="826536" y="1978494"/>
                </a:lnTo>
                <a:lnTo>
                  <a:pt x="322536" y="1978494"/>
                </a:lnTo>
                <a:close/>
                <a:moveTo>
                  <a:pt x="322536" y="1587391"/>
                </a:moveTo>
                <a:lnTo>
                  <a:pt x="682536" y="1587391"/>
                </a:lnTo>
                <a:lnTo>
                  <a:pt x="682536" y="1695391"/>
                </a:lnTo>
                <a:lnTo>
                  <a:pt x="322536" y="1695391"/>
                </a:lnTo>
                <a:close/>
                <a:moveTo>
                  <a:pt x="322536" y="1304288"/>
                </a:moveTo>
                <a:lnTo>
                  <a:pt x="826536" y="1304288"/>
                </a:lnTo>
                <a:lnTo>
                  <a:pt x="826536" y="1412288"/>
                </a:lnTo>
                <a:lnTo>
                  <a:pt x="322536" y="1412288"/>
                </a:lnTo>
                <a:close/>
                <a:moveTo>
                  <a:pt x="1733633" y="1039034"/>
                </a:moveTo>
                <a:lnTo>
                  <a:pt x="1735422" y="1042133"/>
                </a:lnTo>
                <a:lnTo>
                  <a:pt x="176045" y="1042133"/>
                </a:lnTo>
                <a:lnTo>
                  <a:pt x="176045" y="3786387"/>
                </a:lnTo>
                <a:lnTo>
                  <a:pt x="2128211" y="3786387"/>
                </a:lnTo>
                <a:lnTo>
                  <a:pt x="2128211" y="1722464"/>
                </a:lnTo>
                <a:lnTo>
                  <a:pt x="2131710" y="1728524"/>
                </a:lnTo>
                <a:lnTo>
                  <a:pt x="2527059" y="1040609"/>
                </a:lnTo>
                <a:lnTo>
                  <a:pt x="2244788" y="1040049"/>
                </a:lnTo>
                <a:lnTo>
                  <a:pt x="1480585" y="2413264"/>
                </a:lnTo>
                <a:lnTo>
                  <a:pt x="1264147" y="2413264"/>
                </a:lnTo>
                <a:lnTo>
                  <a:pt x="2028589" y="1039620"/>
                </a:lnTo>
                <a:close/>
                <a:moveTo>
                  <a:pt x="2607143" y="0"/>
                </a:moveTo>
                <a:lnTo>
                  <a:pt x="2823581" y="0"/>
                </a:lnTo>
                <a:lnTo>
                  <a:pt x="2342071" y="865238"/>
                </a:lnTo>
                <a:lnTo>
                  <a:pt x="2823581" y="866194"/>
                </a:lnTo>
                <a:lnTo>
                  <a:pt x="2304256" y="1769829"/>
                </a:lnTo>
                <a:lnTo>
                  <a:pt x="2304256" y="3962432"/>
                </a:lnTo>
                <a:lnTo>
                  <a:pt x="0" y="3962432"/>
                </a:lnTo>
                <a:lnTo>
                  <a:pt x="0" y="866088"/>
                </a:lnTo>
                <a:lnTo>
                  <a:pt x="1767662" y="866088"/>
                </a:lnTo>
                <a:lnTo>
                  <a:pt x="1766512" y="864096"/>
                </a:lnTo>
                <a:lnTo>
                  <a:pt x="2125872" y="8648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"/>
          <p:cNvSpPr/>
          <p:nvPr/>
        </p:nvSpPr>
        <p:spPr>
          <a:xfrm>
            <a:off x="989079" y="5174623"/>
            <a:ext cx="24661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MY" sz="12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Detail Proposal, master plan &amp; present proposal, obtain approval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9" name="Google Shape;829;p2" descr="A picture containing clock, roo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6267" y="1502783"/>
            <a:ext cx="1477010" cy="1428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2" descr="A screenshot of a video g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5255" y="4814498"/>
            <a:ext cx="1567303" cy="91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2" descr="A picture containing object, clock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1650" y="4359855"/>
            <a:ext cx="1139413" cy="987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CED95C-0204-4488-B7B6-BB89DB29B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FYP PROPOSAL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8D953B26-1D12-4513-83FC-B4396BAD0E4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15477" r="15477"/>
          <a:stretch>
            <a:fillRect/>
          </a:stretch>
        </p:blipFill>
        <p:spPr/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C7677AF-3FE2-45E3-A68E-789937B37F57}"/>
              </a:ext>
            </a:extLst>
          </p:cNvPr>
          <p:cNvSpPr/>
          <p:nvPr/>
        </p:nvSpPr>
        <p:spPr>
          <a:xfrm>
            <a:off x="4785360" y="1434973"/>
            <a:ext cx="721614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INDIVIDUAL PROPOSAL (Submit to Supervisor)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SUPERVISOR TO ADVISE – (Title &amp; Difficulty 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PLAN WEEKLY MEETING WITH SUPERVISOR.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FINALISE PROPOSAL TITLE – (Group members)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SUBMIT GROUP PROJECT BRIEF TO SUPERVISOR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PRESENT GROUP PROJECT BRIEF TO VERIFIERS FOR PRE-APPROVAL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PREPARE PROPOSAL DOCUMENTATION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PRESENT PROPOSAL </a:t>
            </a:r>
          </a:p>
        </p:txBody>
      </p:sp>
    </p:spTree>
    <p:extLst>
      <p:ext uri="{BB962C8B-B14F-4D97-AF65-F5344CB8AC3E}">
        <p14:creationId xmlns:p14="http://schemas.microsoft.com/office/powerpoint/2010/main" val="214324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D081680-0EF1-4FD8-BD96-108FDEA4723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5979" r="2597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658FD-FC69-4F3B-8B9A-5995F41AD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FYP01 DEADLINES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A8C57C-1228-47E4-B6CC-511DBA7BC6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260"/>
          <a:stretch/>
        </p:blipFill>
        <p:spPr>
          <a:xfrm>
            <a:off x="3407903" y="1454214"/>
            <a:ext cx="8246541" cy="506427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386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D081680-0EF1-4FD8-BD96-108FDEA4723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5979" r="2597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658FD-FC69-4F3B-8B9A-5995F41AD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FYP01 DEADLINES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DAB53A-41D5-4DAF-8CC9-EB3EF29A6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678" y="1614598"/>
            <a:ext cx="7292972" cy="470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21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69526" y="1052737"/>
            <a:ext cx="847345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Select a Leader</a:t>
            </a:r>
          </a:p>
          <a:p>
            <a:pPr marL="342900" indent="-342900">
              <a:buFontTx/>
              <a:buAutoNum type="arabicPeriod"/>
            </a:pPr>
            <a:endParaRPr lang="en-US" sz="2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Leader’s Criteria </a:t>
            </a:r>
          </a:p>
          <a:p>
            <a:pPr marL="342900" indent="-342900">
              <a:buAutoNum type="alphaLcPeriod"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Good communication skills</a:t>
            </a:r>
          </a:p>
          <a:p>
            <a:pPr marL="342900" indent="-342900">
              <a:buAutoNum type="alphaLcPeriod"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High Responsibility </a:t>
            </a:r>
          </a:p>
          <a:p>
            <a:pPr marL="342900" indent="-342900">
              <a:buAutoNum type="alphaLcPeriod"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Motivating the team</a:t>
            </a:r>
          </a:p>
          <a:p>
            <a:pPr marL="342900" indent="-342900">
              <a:buAutoNum type="alphaLcPeriod"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Good planning skills (Plan project schedule )</a:t>
            </a:r>
          </a:p>
          <a:p>
            <a:pPr marL="342900" indent="-342900">
              <a:buAutoNum type="alphaLcPeriod"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Make sure all  team members actively participate</a:t>
            </a:r>
            <a:endParaRPr lang="en-MY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endParaRPr lang="en-US" sz="2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2.  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Communicate </a:t>
            </a: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and teamwork among group members. Without teamwork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all group members might </a:t>
            </a: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FAILED the FYP</a:t>
            </a:r>
          </a:p>
          <a:p>
            <a:endParaRPr lang="en-US" sz="2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endParaRPr lang="en-MY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85544" y="157563"/>
            <a:ext cx="67637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Final Year Group Project</a:t>
            </a:r>
            <a:endParaRPr lang="en-MY" sz="44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5633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51584" y="548681"/>
            <a:ext cx="777686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2400" b="1" dirty="0">
                <a:latin typeface="Arial" pitchFamily="34" charset="0"/>
                <a:cs typeface="Arial" pitchFamily="34" charset="0"/>
              </a:rPr>
              <a:t>3. Set  (~ 3  hours ) per week ( a group of 4 students)</a:t>
            </a:r>
          </a:p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    </a:t>
            </a:r>
            <a:r>
              <a:rPr lang="en-MY" sz="2400" b="1" dirty="0">
                <a:latin typeface="Arial" pitchFamily="34" charset="0"/>
                <a:cs typeface="Arial" pitchFamily="34" charset="0"/>
              </a:rPr>
              <a:t>Set  (~ 4  hours ) per week ( a group of 5 students)</a:t>
            </a:r>
          </a:p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 </a:t>
            </a:r>
            <a:endParaRPr lang="en-MY" sz="2400" b="1" dirty="0">
              <a:latin typeface="Arial" pitchFamily="34" charset="0"/>
              <a:cs typeface="Arial" pitchFamily="34" charset="0"/>
            </a:endParaRPr>
          </a:p>
          <a:p>
            <a:r>
              <a:rPr lang="en-MY" sz="2400" dirty="0">
                <a:latin typeface="Arial" pitchFamily="34" charset="0"/>
                <a:cs typeface="Arial" pitchFamily="34" charset="0"/>
              </a:rPr>
              <a:t>Meet up with supervisors/ concern TTO , to discuss about project progress. (must have written evidence- </a:t>
            </a:r>
            <a:r>
              <a:rPr lang="en-MY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 BOOK)</a:t>
            </a:r>
            <a:r>
              <a:rPr lang="en-MY" sz="2400" dirty="0"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en-MY" sz="2400" b="1" dirty="0">
              <a:latin typeface="Arial" pitchFamily="34" charset="0"/>
              <a:cs typeface="Arial" pitchFamily="34" charset="0"/>
            </a:endParaRPr>
          </a:p>
          <a:p>
            <a:r>
              <a:rPr lang="en-MY" sz="2400" b="1" dirty="0">
                <a:latin typeface="Arial" pitchFamily="34" charset="0"/>
                <a:cs typeface="Arial" pitchFamily="34" charset="0"/>
              </a:rPr>
              <a:t>4. All activities must be recorded </a:t>
            </a:r>
          </a:p>
          <a:p>
            <a:endParaRPr lang="en-MY" sz="2400" dirty="0">
              <a:latin typeface="Arial" pitchFamily="34" charset="0"/>
              <a:cs typeface="Arial" pitchFamily="34" charset="0"/>
            </a:endParaRPr>
          </a:p>
          <a:p>
            <a:r>
              <a:rPr lang="en-MY" sz="2400" dirty="0">
                <a:latin typeface="Arial" pitchFamily="34" charset="0"/>
                <a:cs typeface="Arial" pitchFamily="34" charset="0"/>
              </a:rPr>
              <a:t>Log into </a:t>
            </a:r>
            <a:r>
              <a:rPr lang="en-MY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 BOOK</a:t>
            </a:r>
            <a:r>
              <a:rPr lang="en-MY" sz="2400" dirty="0">
                <a:latin typeface="Arial" pitchFamily="34" charset="0"/>
                <a:cs typeface="Arial" pitchFamily="34" charset="0"/>
              </a:rPr>
              <a:t>, all LOG BOOK must updated daily (at least weekly) and to be acknowledged by supervisor.</a:t>
            </a:r>
          </a:p>
          <a:p>
            <a:r>
              <a:rPr lang="en-MY" sz="2400" dirty="0">
                <a:latin typeface="Arial" pitchFamily="34" charset="0"/>
                <a:cs typeface="Arial" pitchFamily="34" charset="0"/>
              </a:rPr>
              <a:t>Each group have to ensure the logbook is always available and accessible when required.</a:t>
            </a:r>
            <a:endParaRPr lang="en-MY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233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09401" y="2800769"/>
            <a:ext cx="11573197" cy="724247"/>
          </a:xfrm>
        </p:spPr>
        <p:txBody>
          <a:bodyPr/>
          <a:lstStyle/>
          <a:p>
            <a:r>
              <a:rPr lang="en-US" sz="4400" dirty="0"/>
              <a:t>ALL STUDENTS WILL REPORT THE UPDATES TO RESPECTIVE SUPERVISOR REGULARLY</a:t>
            </a:r>
          </a:p>
          <a:p>
            <a:r>
              <a:rPr lang="en-US" sz="4400" dirty="0"/>
              <a:t>STUDENTS MUST PRO-ACTIVE</a:t>
            </a:r>
          </a:p>
          <a:p>
            <a:r>
              <a:rPr lang="en-US" sz="4400" dirty="0"/>
              <a:t>SUPERVISOR JUST PROVIDE GUIDANCE.</a:t>
            </a:r>
          </a:p>
          <a:p>
            <a:r>
              <a:rPr lang="en-US" sz="4400" dirty="0"/>
              <a:t>MOST OF THE FYP MARKS ARE GIVEN BY SV (70%)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FYP SUPERVISOR</a:t>
            </a:r>
          </a:p>
        </p:txBody>
      </p:sp>
    </p:spTree>
    <p:extLst>
      <p:ext uri="{BB962C8B-B14F-4D97-AF65-F5344CB8AC3E}">
        <p14:creationId xmlns:p14="http://schemas.microsoft.com/office/powerpoint/2010/main" val="1398827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Project Proposal</a:t>
            </a:r>
            <a:endParaRPr lang="en-MY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F3A843-C080-49DD-9B1D-142BD29BBA8A}"/>
              </a:ext>
            </a:extLst>
          </p:cNvPr>
          <p:cNvSpPr/>
          <p:nvPr/>
        </p:nvSpPr>
        <p:spPr>
          <a:xfrm>
            <a:off x="472440" y="624840"/>
            <a:ext cx="1107186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4000" dirty="0"/>
              <a:t> </a:t>
            </a:r>
            <a:r>
              <a:rPr lang="en-MY" sz="4000" dirty="0">
                <a:latin typeface="Arial" panose="020B0604020202020204" pitchFamily="34" charset="0"/>
                <a:cs typeface="Arial" panose="020B0604020202020204" pitchFamily="34" charset="0"/>
              </a:rPr>
              <a:t>Each students must come up with their </a:t>
            </a:r>
            <a:r>
              <a:rPr lang="en-MY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</a:t>
            </a:r>
            <a:r>
              <a:rPr lang="en-MY" sz="4000" dirty="0">
                <a:latin typeface="Arial" panose="020B0604020202020204" pitchFamily="34" charset="0"/>
                <a:cs typeface="Arial" panose="020B0604020202020204" pitchFamily="34" charset="0"/>
              </a:rPr>
              <a:t> project proposal.</a:t>
            </a:r>
            <a:r>
              <a:rPr lang="en-MY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(Individual Proposal).</a:t>
            </a:r>
          </a:p>
          <a:p>
            <a:endParaRPr lang="en-MY" sz="4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4000" dirty="0">
                <a:latin typeface="Arial" panose="020B0604020202020204" pitchFamily="34" charset="0"/>
                <a:cs typeface="Arial" panose="020B0604020202020204" pitchFamily="34" charset="0"/>
              </a:rPr>
              <a:t>All Student must be able to do own preliminary research on engineering technology project.</a:t>
            </a:r>
          </a:p>
          <a:p>
            <a:endParaRPr lang="en-MY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4000" dirty="0">
                <a:latin typeface="Arial" panose="020B0604020202020204" pitchFamily="34" charset="0"/>
                <a:cs typeface="Arial" panose="020B0604020202020204" pitchFamily="34" charset="0"/>
              </a:rPr>
              <a:t>Individual project proposal </a:t>
            </a:r>
            <a:r>
              <a:rPr lang="en-MY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  <a:r>
              <a:rPr lang="en-MY" sz="4000" dirty="0">
                <a:latin typeface="Arial" panose="020B0604020202020204" pitchFamily="34" charset="0"/>
                <a:cs typeface="Arial" panose="020B0604020202020204" pitchFamily="34" charset="0"/>
              </a:rPr>
              <a:t> must be submitted to supervisor for assessment</a:t>
            </a:r>
          </a:p>
          <a:p>
            <a:endParaRPr lang="en-MY" sz="4000" dirty="0"/>
          </a:p>
          <a:p>
            <a:pPr>
              <a:buNone/>
            </a:pPr>
            <a:endParaRPr lang="en-MY" sz="4000" dirty="0"/>
          </a:p>
        </p:txBody>
      </p:sp>
    </p:spTree>
    <p:extLst>
      <p:ext uri="{BB962C8B-B14F-4D97-AF65-F5344CB8AC3E}">
        <p14:creationId xmlns:p14="http://schemas.microsoft.com/office/powerpoint/2010/main" val="2340086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A73359-01B4-4869-8578-8BC54BCAE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Group Project Selections</a:t>
            </a: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666B3C-981D-4552-B745-391150733883}"/>
              </a:ext>
            </a:extLst>
          </p:cNvPr>
          <p:cNvSpPr/>
          <p:nvPr/>
        </p:nvSpPr>
        <p:spPr>
          <a:xfrm>
            <a:off x="1540933" y="2628781"/>
            <a:ext cx="9652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Students are required to choose the best project proposal among their group members. (consult FYP supervisor).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Choose for the most feasible (technology, time &amp; budget) and suitable level of difficulty.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Avoid non-value (with no commercial value) project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13545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E1C049-F9D4-4E70-86C3-3ECB3787C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Example of non profit and non value project.</a:t>
            </a:r>
            <a:endParaRPr lang="en-MY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3071D-A078-448B-88D4-5D76F1752AE6}"/>
              </a:ext>
            </a:extLst>
          </p:cNvPr>
          <p:cNvSpPr txBox="1">
            <a:spLocks/>
          </p:cNvSpPr>
          <p:nvPr/>
        </p:nvSpPr>
        <p:spPr>
          <a:xfrm>
            <a:off x="467543" y="1484784"/>
            <a:ext cx="10776189" cy="399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Automatic Electric White Board Cleaner </a:t>
            </a:r>
            <a:r>
              <a:rPr lang="en-US" dirty="0"/>
              <a:t>– using electronic &amp; mechanical mechanism such as </a:t>
            </a:r>
            <a:r>
              <a:rPr lang="en-MY" dirty="0"/>
              <a:t>housing, dust chamber , power switch   a DC motor and etc. that might cost  &gt; RM 500 </a:t>
            </a:r>
            <a:r>
              <a:rPr lang="en-MY" sz="4400" b="1" dirty="0">
                <a:solidFill>
                  <a:srgbClr val="FF0000"/>
                </a:solidFill>
              </a:rPr>
              <a:t>BUT </a:t>
            </a:r>
            <a:r>
              <a:rPr lang="en-MY" dirty="0"/>
              <a:t>no value because of its purpose is just to erase the white board. </a:t>
            </a:r>
          </a:p>
          <a:p>
            <a:endParaRPr lang="en-US" dirty="0"/>
          </a:p>
          <a:p>
            <a:pPr marL="0" indent="0"/>
            <a:r>
              <a:rPr lang="en-US" dirty="0"/>
              <a:t>		</a:t>
            </a:r>
            <a:r>
              <a:rPr lang="en-US" sz="4000" b="1" dirty="0"/>
              <a:t>Cost</a:t>
            </a:r>
            <a:r>
              <a:rPr lang="en-US" dirty="0"/>
              <a:t>   	</a:t>
            </a:r>
            <a:r>
              <a:rPr lang="en-US" sz="4000" b="1" dirty="0"/>
              <a:t>	Value </a:t>
            </a:r>
            <a:endParaRPr lang="en-MY" sz="4000" b="1" dirty="0"/>
          </a:p>
          <a:p>
            <a:pPr marL="0" indent="0"/>
            <a:endParaRPr lang="en-MY" dirty="0"/>
          </a:p>
        </p:txBody>
      </p:sp>
      <p:sp>
        <p:nvSpPr>
          <p:cNvPr id="4" name="Down Arrow 4">
            <a:extLst>
              <a:ext uri="{FF2B5EF4-FFF2-40B4-BE49-F238E27FC236}">
                <a16:creationId xmlns:a16="http://schemas.microsoft.com/office/drawing/2014/main" id="{B20B43E3-22C6-440D-A134-739E16FD0551}"/>
              </a:ext>
            </a:extLst>
          </p:cNvPr>
          <p:cNvSpPr/>
          <p:nvPr/>
        </p:nvSpPr>
        <p:spPr>
          <a:xfrm rot="10800000" flipH="1">
            <a:off x="5035929" y="5199360"/>
            <a:ext cx="942903" cy="8259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Down Arrow 5">
            <a:extLst>
              <a:ext uri="{FF2B5EF4-FFF2-40B4-BE49-F238E27FC236}">
                <a16:creationId xmlns:a16="http://schemas.microsoft.com/office/drawing/2014/main" id="{E9615A6E-203B-4CCB-AD38-B03E462B8D51}"/>
              </a:ext>
            </a:extLst>
          </p:cNvPr>
          <p:cNvSpPr/>
          <p:nvPr/>
        </p:nvSpPr>
        <p:spPr>
          <a:xfrm>
            <a:off x="7556209" y="5271368"/>
            <a:ext cx="942903" cy="8894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7189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9DBE27-E169-4AC1-8450-1EC0A6898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Group Proposal. How to Start ?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0E2C1-2A7E-4754-A322-AD1C325690CF}"/>
              </a:ext>
            </a:extLst>
          </p:cNvPr>
          <p:cNvSpPr txBox="1">
            <a:spLocks/>
          </p:cNvSpPr>
          <p:nvPr/>
        </p:nvSpPr>
        <p:spPr>
          <a:xfrm>
            <a:off x="609599" y="2160590"/>
            <a:ext cx="10676468" cy="394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MY" sz="5900" b="1" dirty="0">
                <a:solidFill>
                  <a:srgbClr val="FF0000"/>
                </a:solidFill>
              </a:rPr>
              <a:t>Decide the group project title</a:t>
            </a:r>
            <a:r>
              <a:rPr lang="en-MY" sz="3600" b="1" dirty="0">
                <a:solidFill>
                  <a:srgbClr val="FF0000"/>
                </a:solidFill>
              </a:rPr>
              <a:t>.</a:t>
            </a:r>
          </a:p>
          <a:p>
            <a:r>
              <a:rPr lang="en-MY" sz="6300" b="1" dirty="0">
                <a:solidFill>
                  <a:srgbClr val="FF0000"/>
                </a:solidFill>
              </a:rPr>
              <a:t>Feasibility Study </a:t>
            </a:r>
            <a:r>
              <a:rPr lang="en-MY" dirty="0"/>
              <a:t>-  of industrial problem statements and proposed solutions / improvements. </a:t>
            </a:r>
          </a:p>
          <a:p>
            <a:endParaRPr lang="en-MY" dirty="0"/>
          </a:p>
          <a:p>
            <a:r>
              <a:rPr lang="en-MY" dirty="0"/>
              <a:t>What you</a:t>
            </a:r>
            <a:r>
              <a:rPr lang="en-MY" b="1" dirty="0">
                <a:solidFill>
                  <a:srgbClr val="FF0000"/>
                </a:solidFill>
              </a:rPr>
              <a:t> plan </a:t>
            </a:r>
            <a:r>
              <a:rPr lang="en-MY" dirty="0"/>
              <a:t>to achieve in your project? </a:t>
            </a:r>
          </a:p>
          <a:p>
            <a:r>
              <a:rPr lang="en-MY" dirty="0"/>
              <a:t>Example :  </a:t>
            </a:r>
            <a:r>
              <a:rPr lang="en-MY" b="1" dirty="0">
                <a:solidFill>
                  <a:srgbClr val="FF0000"/>
                </a:solidFill>
              </a:rPr>
              <a:t>cost</a:t>
            </a:r>
            <a:r>
              <a:rPr lang="en-MY" dirty="0"/>
              <a:t> required and </a:t>
            </a:r>
            <a:r>
              <a:rPr lang="en-MY" b="1" dirty="0">
                <a:solidFill>
                  <a:srgbClr val="FF0000"/>
                </a:solidFill>
              </a:rPr>
              <a:t>value</a:t>
            </a:r>
            <a:r>
              <a:rPr lang="en-MY" dirty="0"/>
              <a:t> to be accomplished. </a:t>
            </a:r>
          </a:p>
          <a:p>
            <a:endParaRPr lang="en-MY" dirty="0"/>
          </a:p>
          <a:p>
            <a:r>
              <a:rPr lang="en-MY" dirty="0"/>
              <a:t>A well-designed feasibility study should provide a </a:t>
            </a:r>
            <a:r>
              <a:rPr lang="en-MY" b="1" dirty="0">
                <a:solidFill>
                  <a:srgbClr val="FF0000"/>
                </a:solidFill>
              </a:rPr>
              <a:t>historical background</a:t>
            </a:r>
            <a:r>
              <a:rPr lang="en-MY" dirty="0"/>
              <a:t> of the project, </a:t>
            </a:r>
            <a:r>
              <a:rPr lang="en-MY" b="1" dirty="0">
                <a:solidFill>
                  <a:srgbClr val="FF0000"/>
                </a:solidFill>
              </a:rPr>
              <a:t>description</a:t>
            </a:r>
            <a:r>
              <a:rPr lang="en-MY" dirty="0"/>
              <a:t> of the product and </a:t>
            </a:r>
            <a:r>
              <a:rPr lang="en-MY" b="1" dirty="0">
                <a:solidFill>
                  <a:srgbClr val="FF0000"/>
                </a:solidFill>
              </a:rPr>
              <a:t>details</a:t>
            </a:r>
            <a:r>
              <a:rPr lang="en-MY" dirty="0"/>
              <a:t> of the </a:t>
            </a:r>
            <a:r>
              <a:rPr lang="en-MY" b="1" dirty="0">
                <a:solidFill>
                  <a:srgbClr val="FF0000"/>
                </a:solidFill>
              </a:rPr>
              <a:t>operations</a:t>
            </a:r>
            <a:r>
              <a:rPr lang="en-MY" dirty="0"/>
              <a:t>.</a:t>
            </a:r>
          </a:p>
          <a:p>
            <a:endParaRPr lang="en-MY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94440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677327-2309-41BD-9B71-2394648A0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Project Proposal Content </a:t>
            </a:r>
            <a:endParaRPr lang="en-MY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D65D854D-5D8F-46BD-A669-3C3BA8BC593B}"/>
              </a:ext>
            </a:extLst>
          </p:cNvPr>
          <p:cNvSpPr/>
          <p:nvPr/>
        </p:nvSpPr>
        <p:spPr>
          <a:xfrm>
            <a:off x="4795498" y="1454861"/>
            <a:ext cx="5616624" cy="1592634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Stage 1 - Background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Introduction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Literature Review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 Objective</a:t>
            </a:r>
          </a:p>
          <a:p>
            <a:pPr algn="ctr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000" b="1" dirty="0">
                <a:latin typeface="Arial" pitchFamily="34" charset="0"/>
                <a:cs typeface="Arial" pitchFamily="34" charset="0"/>
              </a:rPr>
              <a:t> </a:t>
            </a:r>
            <a:endParaRPr lang="en-MY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A0806D-E166-40E2-A0FB-2D9B2DCFCEE3}"/>
              </a:ext>
            </a:extLst>
          </p:cNvPr>
          <p:cNvSpPr txBox="1"/>
          <p:nvPr/>
        </p:nvSpPr>
        <p:spPr>
          <a:xfrm>
            <a:off x="2059194" y="2591346"/>
            <a:ext cx="2376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Divided into 3 stages</a:t>
            </a:r>
            <a:endParaRPr lang="en-MY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8E63F9A7-B327-4CBE-A37C-0C1BCDD3708A}"/>
              </a:ext>
            </a:extLst>
          </p:cNvPr>
          <p:cNvSpPr/>
          <p:nvPr/>
        </p:nvSpPr>
        <p:spPr>
          <a:xfrm>
            <a:off x="4795498" y="3278327"/>
            <a:ext cx="5616624" cy="192095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Stage 2 - Methodology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SDLC Process (First phase until Testing)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Sofware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Requirement Specification (UCD, SD, AD, CD)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 Specification (Hardware &amp; Software Specification)</a:t>
            </a:r>
          </a:p>
          <a:p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000" b="1" dirty="0">
                <a:latin typeface="Arial" pitchFamily="34" charset="0"/>
                <a:cs typeface="Arial" pitchFamily="34" charset="0"/>
              </a:rPr>
              <a:t> </a:t>
            </a:r>
            <a:endParaRPr lang="en-MY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5367675A-1D9C-4727-8974-CDF15620D135}"/>
              </a:ext>
            </a:extLst>
          </p:cNvPr>
          <p:cNvSpPr/>
          <p:nvPr/>
        </p:nvSpPr>
        <p:spPr>
          <a:xfrm>
            <a:off x="4795498" y="5343293"/>
            <a:ext cx="5616624" cy="1416894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Stage 3 - Hypothesis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Project Schedule &amp; Budget Plan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Expected Outcomes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Conclusions </a:t>
            </a:r>
          </a:p>
          <a:p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000" b="1" dirty="0">
                <a:latin typeface="Arial" pitchFamily="34" charset="0"/>
                <a:cs typeface="Arial" pitchFamily="34" charset="0"/>
              </a:rPr>
              <a:t> </a:t>
            </a:r>
            <a:endParaRPr lang="en-MY" sz="2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481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336890-09A3-4717-9E9B-4A809A60E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FYP BUDGET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F56423-12CB-4F71-A065-D2A693E39887}"/>
              </a:ext>
            </a:extLst>
          </p:cNvPr>
          <p:cNvSpPr/>
          <p:nvPr/>
        </p:nvSpPr>
        <p:spPr>
          <a:xfrm>
            <a:off x="3048000" y="2521059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3200" dirty="0"/>
              <a:t>PURCHASE EQUIPMENT</a:t>
            </a:r>
          </a:p>
          <a:p>
            <a:pPr lvl="2">
              <a:defRPr/>
            </a:pPr>
            <a:r>
              <a:rPr lang="en-US" sz="3200" dirty="0"/>
              <a:t>	RM1000/STUDENT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3200" dirty="0"/>
              <a:t>COMMON ITEMS</a:t>
            </a:r>
          </a:p>
          <a:p>
            <a:pPr lvl="1">
              <a:defRPr/>
            </a:pPr>
            <a:r>
              <a:rPr lang="en-US" sz="3200" dirty="0"/>
              <a:t>	RM1000/GROUP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3200" dirty="0"/>
              <a:t>PETTY CASH</a:t>
            </a:r>
          </a:p>
          <a:p>
            <a:pPr lvl="1">
              <a:defRPr/>
            </a:pPr>
            <a:r>
              <a:rPr lang="en-US" sz="3200" dirty="0"/>
              <a:t>	RM500/GROUP</a:t>
            </a:r>
          </a:p>
        </p:txBody>
      </p:sp>
    </p:spTree>
    <p:extLst>
      <p:ext uri="{BB962C8B-B14F-4D97-AF65-F5344CB8AC3E}">
        <p14:creationId xmlns:p14="http://schemas.microsoft.com/office/powerpoint/2010/main" val="2621542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216CE1-9772-47CA-861A-3AF4DAFC2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THE BEST</a:t>
            </a:r>
            <a:endParaRPr lang="en-MY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FFB4B6-00E2-49A8-9640-259CB8A9FBEC}"/>
              </a:ext>
            </a:extLst>
          </p:cNvPr>
          <p:cNvSpPr/>
          <p:nvPr/>
        </p:nvSpPr>
        <p:spPr>
          <a:xfrm>
            <a:off x="660401" y="2125990"/>
            <a:ext cx="1083733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Kindly consult project supervisor or Program Coordinator for more information.</a:t>
            </a:r>
          </a:p>
        </p:txBody>
      </p:sp>
    </p:spTree>
    <p:extLst>
      <p:ext uri="{BB962C8B-B14F-4D97-AF65-F5344CB8AC3E}">
        <p14:creationId xmlns:p14="http://schemas.microsoft.com/office/powerpoint/2010/main" val="3145424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92"/>
          <p:cNvSpPr txBox="1">
            <a:spLocks noGrp="1"/>
          </p:cNvSpPr>
          <p:nvPr>
            <p:ph type="body" idx="1"/>
          </p:nvPr>
        </p:nvSpPr>
        <p:spPr>
          <a:xfrm>
            <a:off x="911424" y="644691"/>
            <a:ext cx="3456384" cy="1632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Arial"/>
              <a:buNone/>
            </a:pPr>
            <a:r>
              <a:rPr lang="en-US"/>
              <a:t>Q &amp; A</a:t>
            </a:r>
            <a:endParaRPr/>
          </a:p>
        </p:txBody>
      </p:sp>
      <p:sp>
        <p:nvSpPr>
          <p:cNvPr id="1004" name="Google Shape;1004;p92"/>
          <p:cNvSpPr txBox="1">
            <a:spLocks noGrp="1"/>
          </p:cNvSpPr>
          <p:nvPr>
            <p:ph type="body" idx="2"/>
          </p:nvPr>
        </p:nvSpPr>
        <p:spPr>
          <a:xfrm>
            <a:off x="911424" y="2276872"/>
            <a:ext cx="3456384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</a:pPr>
            <a:r>
              <a:rPr lang="en-US"/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tion Break Slide Master">
  <a:themeElements>
    <a:clrScheme name="ALLPPT-STEA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61358"/>
      </a:accent1>
      <a:accent2>
        <a:srgbClr val="ED7D1F"/>
      </a:accent2>
      <a:accent3>
        <a:srgbClr val="A0C82F"/>
      </a:accent3>
      <a:accent4>
        <a:srgbClr val="32B5D3"/>
      </a:accent4>
      <a:accent5>
        <a:srgbClr val="B44B97"/>
      </a:accent5>
      <a:accent6>
        <a:srgbClr val="435E7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ontents Slide Master">
  <a:themeElements>
    <a:clrScheme name="ALLPPT-STEA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61358"/>
      </a:accent1>
      <a:accent2>
        <a:srgbClr val="ED7D1F"/>
      </a:accent2>
      <a:accent3>
        <a:srgbClr val="A0C82F"/>
      </a:accent3>
      <a:accent4>
        <a:srgbClr val="32B5D3"/>
      </a:accent4>
      <a:accent5>
        <a:srgbClr val="B44B97"/>
      </a:accent5>
      <a:accent6>
        <a:srgbClr val="435E7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Contents Slide Master">
  <a:themeElements>
    <a:clrScheme name="ALLPPT-COLOR-A09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DF2619"/>
      </a:accent1>
      <a:accent2>
        <a:srgbClr val="8388E3"/>
      </a:accent2>
      <a:accent3>
        <a:srgbClr val="EC771B"/>
      </a:accent3>
      <a:accent4>
        <a:srgbClr val="B2F608"/>
      </a:accent4>
      <a:accent5>
        <a:srgbClr val="F6E213"/>
      </a:accent5>
      <a:accent6>
        <a:srgbClr val="CBCBCB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23101</TotalTime>
  <Words>657</Words>
  <Application>Microsoft Office PowerPoint</Application>
  <PresentationFormat>Widescreen</PresentationFormat>
  <Paragraphs>119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Wingdings</vt:lpstr>
      <vt:lpstr>Section Break Slide Master</vt:lpstr>
      <vt:lpstr>1_Contents Slide Master</vt:lpstr>
      <vt:lpstr>5_Contents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FYP SUPERVISOR</vt:lpstr>
      <vt:lpstr>Project Proposal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Siti Nuha Shafie</dc:creator>
  <cp:lastModifiedBy>Admin</cp:lastModifiedBy>
  <cp:revision>29</cp:revision>
  <dcterms:created xsi:type="dcterms:W3CDTF">2020-08-18T02:43:11Z</dcterms:created>
  <dcterms:modified xsi:type="dcterms:W3CDTF">2026-07-23T14:54:04Z</dcterms:modified>
</cp:coreProperties>
</file>